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EA892-A62C-41F7-BE9F-34B8D30FA396}" v="1" dt="2025-04-26T10:33:28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7" autoAdjust="0"/>
    <p:restoredTop sz="94660"/>
  </p:normalViewPr>
  <p:slideViewPr>
    <p:cSldViewPr snapToGrid="0">
      <p:cViewPr varScale="1">
        <p:scale>
          <a:sx n="39" d="100"/>
          <a:sy n="39" d="100"/>
        </p:scale>
        <p:origin x="7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 Ninh Nguyen" userId="8da8c5fd-3d6a-4d74-a95d-81f2304fb315" providerId="ADAL" clId="{93EEA892-A62C-41F7-BE9F-34B8D30FA396}"/>
    <pc:docChg chg="custSel addSld modSld">
      <pc:chgData name="Ha Ninh Nguyen" userId="8da8c5fd-3d6a-4d74-a95d-81f2304fb315" providerId="ADAL" clId="{93EEA892-A62C-41F7-BE9F-34B8D30FA396}" dt="2025-04-26T10:33:30.680" v="4" actId="962"/>
      <pc:docMkLst>
        <pc:docMk/>
      </pc:docMkLst>
      <pc:sldChg chg="addSp delSp modSp new mod">
        <pc:chgData name="Ha Ninh Nguyen" userId="8da8c5fd-3d6a-4d74-a95d-81f2304fb315" providerId="ADAL" clId="{93EEA892-A62C-41F7-BE9F-34B8D30FA396}" dt="2025-04-26T10:33:30.680" v="4" actId="962"/>
        <pc:sldMkLst>
          <pc:docMk/>
          <pc:sldMk cId="1177408108" sldId="264"/>
        </pc:sldMkLst>
        <pc:spChg chg="del">
          <ac:chgData name="Ha Ninh Nguyen" userId="8da8c5fd-3d6a-4d74-a95d-81f2304fb315" providerId="ADAL" clId="{93EEA892-A62C-41F7-BE9F-34B8D30FA396}" dt="2025-04-26T10:33:28.143" v="1" actId="478"/>
          <ac:spMkLst>
            <pc:docMk/>
            <pc:sldMk cId="1177408108" sldId="264"/>
            <ac:spMk id="2" creationId="{308E18E0-0933-D7FA-DDD4-FB0CF7914940}"/>
          </ac:spMkLst>
        </pc:spChg>
        <pc:spChg chg="del">
          <ac:chgData name="Ha Ninh Nguyen" userId="8da8c5fd-3d6a-4d74-a95d-81f2304fb315" providerId="ADAL" clId="{93EEA892-A62C-41F7-BE9F-34B8D30FA396}" dt="2025-04-26T10:33:28.143" v="1" actId="478"/>
          <ac:spMkLst>
            <pc:docMk/>
            <pc:sldMk cId="1177408108" sldId="264"/>
            <ac:spMk id="3" creationId="{DDCD3E18-FDB1-9002-2694-D35A414BD719}"/>
          </ac:spMkLst>
        </pc:spChg>
        <pc:picChg chg="add mod">
          <ac:chgData name="Ha Ninh Nguyen" userId="8da8c5fd-3d6a-4d74-a95d-81f2304fb315" providerId="ADAL" clId="{93EEA892-A62C-41F7-BE9F-34B8D30FA396}" dt="2025-04-26T10:33:30.680" v="4" actId="962"/>
          <ac:picMkLst>
            <pc:docMk/>
            <pc:sldMk cId="1177408108" sldId="264"/>
            <ac:picMk id="5" creationId="{34D6B404-DD87-EBC6-B6BB-2C953AD9F6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C67-549F-8812-2012-78793DC9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2163-364D-1A64-9696-DF9FAF43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08C4-D0B3-1CB7-D04D-0FD0357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3BD7-C13D-C170-CDE8-285E7081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4B9F-36FF-C557-F385-9945BE96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A292-C324-82FE-F191-4610EA1F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EE2D-A8B6-3B6A-F312-F1C1587D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3B11-6C1F-9DEB-C651-6E57CA0A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FF83-E2A5-AD37-3EAB-C69FCEF1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0B74-B79B-3AE9-EF82-B7DF26D0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5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2AD-A007-07D3-7198-D7B943C6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972E-DFED-541F-7BA1-89497ABD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A20-607A-9A65-34BC-1B667B22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6251-67C0-E88E-D44F-0EC7BB80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5D7C-93AF-18D5-CBC4-BE5A009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5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A8FA-F63E-9A47-E602-7C49B71F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D065-A8A2-6889-DC33-BCF3D4EB1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66F8-BF6C-A3B6-279F-20C4EE7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4144-D4CE-6D6F-9E6A-E133CC1B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5B0A-8BA5-CD7E-7190-399DBEEC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4E30-3AB6-F1AE-CB98-AB2E3730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5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A36-EFC7-3780-14B2-D103317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BA5C-F069-D5B8-B15C-705FE7CB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BB9B-EA9B-67AC-7E7E-1BE15729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E2697-0C41-517C-D94D-0FD62D9E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F8C9F-25D1-5E82-8525-22DF0FE8D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55CAC-AD02-369A-DCF9-EB0D634C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9266-D79B-CF5E-DA1F-AEB94CE8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3214A-ABCD-AEC6-EE3B-EA098D1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FCB6-DE31-E44C-7519-C3FF0945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B69B-420D-7951-5D6C-80C2066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6A95A-0411-40FB-3BB8-26EF5AE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F3B5C-3856-CE3F-3F8A-AE99C3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3AB60-958E-0489-6467-58CF805E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76795-7124-C49C-A45A-EA96CF8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D218-F364-4CE3-3340-DF3BF08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F8C5-6A87-B765-5E6C-A75B041B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958-31EA-181F-523A-B3014CB9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DA7C-BDA1-2622-76A1-9CCA0FE06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EDF82-366A-8EC9-5AE7-014F621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145-AC6E-FCB4-63D5-9B77681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388D-A439-BE6E-6C23-5B7F98F7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D2C-C0BF-512D-451C-DCBC5CD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E0277-439F-C8A6-9864-2DC03D1A5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89D2D-26B0-6496-4ED3-C1440B944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EA9F-6034-9833-7746-7F64DB7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6382-6E58-4F6E-EF1A-062D71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C78B-9186-6B42-DD8A-9437DFFC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1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69A-B820-04E0-07DB-FE8D62BA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B35D3-EA35-33C8-C67B-52A3DA0B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E951-BDE9-6E4D-5D7C-B6178CBC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F33-97A2-FD7C-1858-841E755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598C-2A7E-B76C-1EF2-2EC1C2BF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4D612-8968-A2C1-CB40-48A29C61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541C-FC72-6837-DE6C-3209881C0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E821-8B8A-F148-E2DC-000A48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6247-DDD5-2F23-F497-E32A84F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637-B135-6C74-FBBA-A5D940A7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51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84282-3570-7BB9-0EF1-370D510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F048-69FD-DAB4-2212-F971988E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5A75-6B34-6455-DD39-94733AA2B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0B24-9628-404E-9651-3D1A2CA34903}" type="datetimeFigureOut">
              <a:rPr lang="en-AU" smtClean="0"/>
              <a:t>26/04/2025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A5B5-83A4-3305-A8E8-AA09F907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25E9-1B22-2ECE-0EE4-649E965E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FCFB9E-501D-A2C3-166F-926911F36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7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CF7BF9-A1B4-3A8C-D5B5-211EBCAD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3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11CDF-F51C-3D93-BBBB-4D622AE1E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1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CEA71DA-6399-3636-E663-EF001D05F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7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949F-9A2B-E7EB-5A6E-4E863394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A7270-8CF0-525F-C0FF-C8C65E95E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3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73DE-413F-89DD-E43D-D13C9CEC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3E03E-9859-9327-2EBF-F4CF3DF0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2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0D93-999B-3222-DFE7-1ED69F36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F8222-3DC6-933D-FC04-A243732F5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8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A213-1C83-954E-B45F-23812937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09BE57-5607-F213-2780-AD79FA098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5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34D6B404-DD87-EBC6-B6BB-2C953AD9F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0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65243AFA-FBE6-437B-BD5A-9676CEC506A8}" vid="{32F230DE-0AB6-4FB4-A754-AF77CEC093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Ninh Nguyen</dc:creator>
  <cp:lastModifiedBy>Ha Ninh Nguyen</cp:lastModifiedBy>
  <cp:revision>1</cp:revision>
  <dcterms:created xsi:type="dcterms:W3CDTF">2025-04-26T03:05:15Z</dcterms:created>
  <dcterms:modified xsi:type="dcterms:W3CDTF">2025-04-26T10:33:38Z</dcterms:modified>
</cp:coreProperties>
</file>