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Ex1.xml" ContentType="application/vnd.ms-office.chartex+xml"/>
  <Override PartName="/ppt/charts/style1.xml" ContentType="application/vnd.ms-office.chartstyle+xml"/>
  <Override PartName="/ppt/charts/colors1.xml" ContentType="application/vnd.ms-office.chartcolorstyle+xml"/>
  <Override PartName="/ppt/charts/chartEx2.xml" ContentType="application/vnd.ms-office.chartex+xml"/>
  <Override PartName="/ppt/charts/style2.xml" ContentType="application/vnd.ms-office.chartstyle+xml"/>
  <Override PartName="/ppt/charts/colors2.xml" ContentType="application/vnd.ms-office.chartcolorstyle+xml"/>
  <Override PartName="/ppt/charts/chartEx3.xml" ContentType="application/vnd.ms-office.chartex+xml"/>
  <Override PartName="/ppt/charts/style3.xml" ContentType="application/vnd.ms-office.chartstyle+xml"/>
  <Override PartName="/ppt/charts/colors3.xml" ContentType="application/vnd.ms-office.chartcolorstyle+xml"/>
  <Override PartName="/ppt/charts/chartEx4.xml" ContentType="application/vnd.ms-office.chartex+xml"/>
  <Override PartName="/ppt/charts/style4.xml" ContentType="application/vnd.ms-office.chartstyle+xml"/>
  <Override PartName="/ppt/charts/colors4.xml" ContentType="application/vnd.ms-office.chartcolorstyle+xml"/>
  <Override PartName="/ppt/charts/chartEx5.xml" ContentType="application/vnd.ms-office.chartex+xml"/>
  <Override PartName="/ppt/charts/style5.xml" ContentType="application/vnd.ms-office.chartstyle+xml"/>
  <Override PartName="/ppt/charts/colors5.xml" ContentType="application/vnd.ms-office.chartcolorstyle+xml"/>
  <Override PartName="/ppt/charts/chartEx6.xml" ContentType="application/vnd.ms-office.chartex+xml"/>
  <Override PartName="/ppt/charts/style6.xml" ContentType="application/vnd.ms-office.chartstyle+xml"/>
  <Override PartName="/ppt/charts/colors6.xml" ContentType="application/vnd.ms-office.chartcolorstyle+xml"/>
  <Override PartName="/ppt/charts/chartEx7.xml" ContentType="application/vnd.ms-office.chartex+xml"/>
  <Override PartName="/ppt/charts/style7.xml" ContentType="application/vnd.ms-office.chartstyle+xml"/>
  <Override PartName="/ppt/charts/colors7.xml" ContentType="application/vnd.ms-office.chartcolorstyle+xml"/>
  <Override PartName="/ppt/charts/chartEx8.xml" ContentType="application/vnd.ms-office.chartex+xml"/>
  <Override PartName="/ppt/charts/style8.xml" ContentType="application/vnd.ms-office.chartstyle+xml"/>
  <Override PartName="/ppt/charts/colors8.xml" ContentType="application/vnd.ms-office.chartcolorstyle+xml"/>
  <Override PartName="/ppt/charts/chartEx9.xml" ContentType="application/vnd.ms-office.chartex+xml"/>
  <Override PartName="/ppt/charts/style9.xml" ContentType="application/vnd.ms-office.chartstyle+xml"/>
  <Override PartName="/ppt/charts/colors9.xml" ContentType="application/vnd.ms-office.chartcolorstyle+xml"/>
  <Override PartName="/ppt/charts/chartEx10.xml" ContentType="application/vnd.ms-office.chartex+xml"/>
  <Override PartName="/ppt/charts/style10.xml" ContentType="application/vnd.ms-office.chartstyle+xml"/>
  <Override PartName="/ppt/charts/colors10.xml" ContentType="application/vnd.ms-office.chartcolorstyle+xml"/>
  <Override PartName="/ppt/charts/chartEx11.xml" ContentType="application/vnd.ms-office.chartex+xml"/>
  <Override PartName="/ppt/charts/style11.xml" ContentType="application/vnd.ms-office.chartstyle+xml"/>
  <Override PartName="/ppt/charts/colors11.xml" ContentType="application/vnd.ms-office.chartcolorstyle+xml"/>
  <Override PartName="/ppt/charts/chartEx12.xml" ContentType="application/vnd.ms-office.chartex+xml"/>
  <Override PartName="/ppt/charts/style12.xml" ContentType="application/vnd.ms-office.chartstyle+xml"/>
  <Override PartName="/ppt/charts/colors12.xml" ContentType="application/vnd.ms-office.chartcolorstyle+xml"/>
  <Override PartName="/ppt/charts/chartEx13.xml" ContentType="application/vnd.ms-office.chartex+xml"/>
  <Override PartName="/ppt/charts/style13.xml" ContentType="application/vnd.ms-office.chartstyle+xml"/>
  <Override PartName="/ppt/charts/colors13.xml" ContentType="application/vnd.ms-office.chartcolorstyle+xml"/>
  <Override PartName="/ppt/charts/chartEx14.xml" ContentType="application/vnd.ms-office.chartex+xml"/>
  <Override PartName="/ppt/charts/style14.xml" ContentType="application/vnd.ms-office.chartstyle+xml"/>
  <Override PartName="/ppt/charts/colors14.xml" ContentType="application/vnd.ms-office.chartcolorstyle+xml"/>
  <Override PartName="/ppt/charts/chartEx15.xml" ContentType="application/vnd.ms-office.chartex+xml"/>
  <Override PartName="/ppt/charts/style15.xml" ContentType="application/vnd.ms-office.chartstyle+xml"/>
  <Override PartName="/ppt/charts/colors15.xml" ContentType="application/vnd.ms-office.chartcolorstyle+xml"/>
  <Override PartName="/ppt/charts/chartEx16.xml" ContentType="application/vnd.ms-office.chartex+xml"/>
  <Override PartName="/ppt/charts/style16.xml" ContentType="application/vnd.ms-office.chartstyle+xml"/>
  <Override PartName="/ppt/charts/colors16.xml" ContentType="application/vnd.ms-office.chartcolorstyle+xml"/>
  <Override PartName="/ppt/charts/chartEx17.xml" ContentType="application/vnd.ms-office.chartex+xml"/>
  <Override PartName="/ppt/charts/style17.xml" ContentType="application/vnd.ms-office.chartstyle+xml"/>
  <Override PartName="/ppt/charts/colors17.xml" ContentType="application/vnd.ms-office.chartcolorstyle+xml"/>
  <Override PartName="/ppt/charts/chartEx18.xml" ContentType="application/vnd.ms-office.chartex+xml"/>
  <Override PartName="/ppt/charts/style18.xml" ContentType="application/vnd.ms-office.chartstyle+xml"/>
  <Override PartName="/ppt/charts/colors18.xml" ContentType="application/vnd.ms-office.chartcolorstyle+xml"/>
  <Override PartName="/ppt/charts/chartEx19.xml" ContentType="application/vnd.ms-office.chartex+xml"/>
  <Override PartName="/ppt/charts/style19.xml" ContentType="application/vnd.ms-office.chartstyle+xml"/>
  <Override PartName="/ppt/charts/colors19.xml" ContentType="application/vnd.ms-office.chartcolorstyle+xml"/>
  <Override PartName="/ppt/charts/chartEx20.xml" ContentType="application/vnd.ms-office.chartex+xml"/>
  <Override PartName="/ppt/charts/style20.xml" ContentType="application/vnd.ms-office.chartstyle+xml"/>
  <Override PartName="/ppt/charts/colors20.xml" ContentType="application/vnd.ms-office.chartcolorstyle+xml"/>
  <Override PartName="/ppt/charts/chartEx21.xml" ContentType="application/vnd.ms-office.chartex+xml"/>
  <Override PartName="/ppt/charts/style21.xml" ContentType="application/vnd.ms-office.chartstyle+xml"/>
  <Override PartName="/ppt/charts/colors21.xml" ContentType="application/vnd.ms-office.chartcolorstyle+xml"/>
  <Override PartName="/ppt/charts/chartEx22.xml" ContentType="application/vnd.ms-office.chartex+xml"/>
  <Override PartName="/ppt/charts/style22.xml" ContentType="application/vnd.ms-office.chartstyle+xml"/>
  <Override PartName="/ppt/charts/colors22.xml" ContentType="application/vnd.ms-office.chartcolorstyle+xml"/>
  <Override PartName="/ppt/charts/chartEx23.xml" ContentType="application/vnd.ms-office.chartex+xml"/>
  <Override PartName="/ppt/charts/style23.xml" ContentType="application/vnd.ms-office.chartstyle+xml"/>
  <Override PartName="/ppt/charts/colors23.xml" ContentType="application/vnd.ms-office.chartcolorstyle+xml"/>
  <Override PartName="/ppt/charts/chartEx24.xml" ContentType="application/vnd.ms-office.chartex+xml"/>
  <Override PartName="/ppt/charts/style24.xml" ContentType="application/vnd.ms-office.chartstyle+xml"/>
  <Override PartName="/ppt/charts/colors24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3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5868069-3764-4A02-B697-736779D603EA}" v="2" dt="2025-04-09T10:33:37.0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2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-50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 Ninh Nguyen" userId="8da8c5fd-3d6a-4d74-a95d-81f2304fb315" providerId="ADAL" clId="{C5868069-3764-4A02-B697-736779D603EA}"/>
    <pc:docChg chg="custSel modSld">
      <pc:chgData name="Ha Ninh Nguyen" userId="8da8c5fd-3d6a-4d74-a95d-81f2304fb315" providerId="ADAL" clId="{C5868069-3764-4A02-B697-736779D603EA}" dt="2025-04-09T10:33:43.330" v="74" actId="1076"/>
      <pc:docMkLst>
        <pc:docMk/>
      </pc:docMkLst>
      <pc:sldChg chg="addSp delSp modSp mod">
        <pc:chgData name="Ha Ninh Nguyen" userId="8da8c5fd-3d6a-4d74-a95d-81f2304fb315" providerId="ADAL" clId="{C5868069-3764-4A02-B697-736779D603EA}" dt="2025-04-09T10:33:26.247" v="3" actId="14100"/>
        <pc:sldMkLst>
          <pc:docMk/>
          <pc:sldMk cId="1309461844" sldId="260"/>
        </pc:sldMkLst>
        <pc:graphicFrameChg chg="add mod">
          <ac:chgData name="Ha Ninh Nguyen" userId="8da8c5fd-3d6a-4d74-a95d-81f2304fb315" providerId="ADAL" clId="{C5868069-3764-4A02-B697-736779D603EA}" dt="2025-04-09T10:33:26.247" v="3" actId="14100"/>
          <ac:graphicFrameMkLst>
            <pc:docMk/>
            <pc:sldMk cId="1309461844" sldId="260"/>
            <ac:graphicFrameMk id="2" creationId="{FD078A1F-4D73-0C2C-5E08-088B7852166F}"/>
          </ac:graphicFrameMkLst>
        </pc:graphicFrameChg>
        <pc:graphicFrameChg chg="del">
          <ac:chgData name="Ha Ninh Nguyen" userId="8da8c5fd-3d6a-4d74-a95d-81f2304fb315" providerId="ADAL" clId="{C5868069-3764-4A02-B697-736779D603EA}" dt="2025-04-09T10:33:20.561" v="0" actId="478"/>
          <ac:graphicFrameMkLst>
            <pc:docMk/>
            <pc:sldMk cId="1309461844" sldId="260"/>
            <ac:graphicFrameMk id="7" creationId="{05A8EBB8-30FD-09EE-0271-56939E183569}"/>
          </ac:graphicFrameMkLst>
        </pc:graphicFrameChg>
      </pc:sldChg>
      <pc:sldChg chg="addSp delSp modSp mod">
        <pc:chgData name="Ha Ninh Nguyen" userId="8da8c5fd-3d6a-4d74-a95d-81f2304fb315" providerId="ADAL" clId="{C5868069-3764-4A02-B697-736779D603EA}" dt="2025-04-09T10:33:43.330" v="74" actId="1076"/>
        <pc:sldMkLst>
          <pc:docMk/>
          <pc:sldMk cId="1574840731" sldId="263"/>
        </pc:sldMkLst>
        <pc:graphicFrameChg chg="add mod">
          <ac:chgData name="Ha Ninh Nguyen" userId="8da8c5fd-3d6a-4d74-a95d-81f2304fb315" providerId="ADAL" clId="{C5868069-3764-4A02-B697-736779D603EA}" dt="2025-04-09T10:33:43.330" v="74" actId="1076"/>
          <ac:graphicFrameMkLst>
            <pc:docMk/>
            <pc:sldMk cId="1574840731" sldId="263"/>
            <ac:graphicFrameMk id="2" creationId="{FD078A1F-4D73-0C2C-5E08-088B7852166F}"/>
          </ac:graphicFrameMkLst>
        </pc:graphicFrameChg>
        <pc:graphicFrameChg chg="del">
          <ac:chgData name="Ha Ninh Nguyen" userId="8da8c5fd-3d6a-4d74-a95d-81f2304fb315" providerId="ADAL" clId="{C5868069-3764-4A02-B697-736779D603EA}" dt="2025-04-09T10:33:35.800" v="4" actId="478"/>
          <ac:graphicFrameMkLst>
            <pc:docMk/>
            <pc:sldMk cId="1574840731" sldId="263"/>
            <ac:graphicFrameMk id="9" creationId="{FD078A1F-4D73-0C2C-5E08-088B7852166F}"/>
          </ac:graphicFrameMkLst>
        </pc:graphicFrameChg>
      </pc:sldChg>
    </pc:docChg>
  </pc:docChgLst>
</pc:chgInfo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oleObject" Target="https://unimelbcloud-my.sharepoint.com/personal/haninhn_student_unimelb_edu_au/Documents/Documents/Chapter%202/Chapter%202%20data/raw%20data.xlsx" TargetMode="External"/></Relationships>
</file>

<file path=ppt/charts/_rels/chartEx2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oleObject" Target="https://unimelbcloud-my.sharepoint.com/personal/haninhn_student_unimelb_edu_au/Documents/Documents/Chapter%202/Chapter%202%20data/raw%20data.xlsx" TargetMode="External"/></Relationships>
</file>

<file path=ppt/charts/_rels/chartEx3.xml.rels><?xml version="1.0" encoding="UTF-8" standalone="yes"?>
<Relationships xmlns="http://schemas.openxmlformats.org/package/2006/relationships"><Relationship Id="rId3" Type="http://schemas.microsoft.com/office/2011/relationships/chartColorStyle" Target="colors3.xml"/><Relationship Id="rId2" Type="http://schemas.microsoft.com/office/2011/relationships/chartStyle" Target="style3.xml"/><Relationship Id="rId1" Type="http://schemas.openxmlformats.org/officeDocument/2006/relationships/oleObject" Target="https://unimelbcloud-my.sharepoint.com/personal/haninhn_student_unimelb_edu_au/Documents/Documents/Chapter%202/Chapter%202%20data/raw%20data.xlsx" TargetMode="External"/></Relationships>
</file>

<file path=ppt/charts/_rels/chartEx4.xml.rels><?xml version="1.0" encoding="UTF-8" standalone="yes"?>
<Relationships xmlns="http://schemas.openxmlformats.org/package/2006/relationships"><Relationship Id="rId3" Type="http://schemas.microsoft.com/office/2011/relationships/chartColorStyle" Target="colors4.xml"/><Relationship Id="rId2" Type="http://schemas.microsoft.com/office/2011/relationships/chartStyle" Target="style4.xml"/><Relationship Id="rId1" Type="http://schemas.openxmlformats.org/officeDocument/2006/relationships/oleObject" Target="https://unimelbcloud-my.sharepoint.com/personal/haninhn_student_unimelb_edu_au/Documents/Documents/Chapter%202/Chapter%202%20data/raw%20data.xlsx" TargetMode="External"/></Relationships>
</file>

<file path=ppt/charts/_rels/chartEx5.xml.rels><?xml version="1.0" encoding="UTF-8" standalone="yes"?>
<Relationships xmlns="http://schemas.openxmlformats.org/package/2006/relationships"><Relationship Id="rId3" Type="http://schemas.microsoft.com/office/2011/relationships/chartColorStyle" Target="colors5.xml"/><Relationship Id="rId2" Type="http://schemas.microsoft.com/office/2011/relationships/chartStyle" Target="style5.xml"/><Relationship Id="rId1" Type="http://schemas.openxmlformats.org/officeDocument/2006/relationships/oleObject" Target="https://unimelbcloud-my.sharepoint.com/personal/haninhn_student_unimelb_edu_au/Documents/Documents/Chapter%202/Chapter%202%20data/raw%20data.xlsx" TargetMode="External"/></Relationships>
</file>

<file path=ppt/charts/_rels/chartEx6.xml.rels><?xml version="1.0" encoding="UTF-8" standalone="yes"?>
<Relationships xmlns="http://schemas.openxmlformats.org/package/2006/relationships"><Relationship Id="rId3" Type="http://schemas.microsoft.com/office/2011/relationships/chartColorStyle" Target="colors6.xml"/><Relationship Id="rId2" Type="http://schemas.microsoft.com/office/2011/relationships/chartStyle" Target="style6.xml"/><Relationship Id="rId1" Type="http://schemas.openxmlformats.org/officeDocument/2006/relationships/oleObject" Target="https://unimelbcloud-my.sharepoint.com/personal/haninhn_student_unimelb_edu_au/Documents/Documents/Chapter%202/Chapter%202%20data/raw%20data.xlsx" TargetMode="External"/></Relationships>
</file>

<file path=ppt/charts/_rels/chartEx7.xml.rels><?xml version="1.0" encoding="UTF-8" standalone="yes"?>
<Relationships xmlns="http://schemas.openxmlformats.org/package/2006/relationships"><Relationship Id="rId3" Type="http://schemas.microsoft.com/office/2011/relationships/chartColorStyle" Target="colors7.xml"/><Relationship Id="rId2" Type="http://schemas.microsoft.com/office/2011/relationships/chartStyle" Target="style7.xml"/><Relationship Id="rId1" Type="http://schemas.openxmlformats.org/officeDocument/2006/relationships/oleObject" Target="https://unimelbcloud-my.sharepoint.com/personal/haninhn_student_unimelb_edu_au/Documents/Documents/Chapter%202/Chapter%202%20data/raw%20data.xlsx" TargetMode="External"/></Relationships>
</file>

<file path=ppt/charts/_rels/chartEx8.xml.rels><?xml version="1.0" encoding="UTF-8" standalone="yes"?>
<Relationships xmlns="http://schemas.openxmlformats.org/package/2006/relationships"><Relationship Id="rId3" Type="http://schemas.microsoft.com/office/2011/relationships/chartColorStyle" Target="colors8.xml"/><Relationship Id="rId2" Type="http://schemas.microsoft.com/office/2011/relationships/chartStyle" Target="style8.xml"/><Relationship Id="rId1" Type="http://schemas.openxmlformats.org/officeDocument/2006/relationships/oleObject" Target="https://unimelbcloud-my.sharepoint.com/personal/haninhn_student_unimelb_edu_au/Documents/Documents/Chapter%202/Chapter%202%20data/raw%20data.xlsx" TargetMode="External"/></Relationships>
</file>

<file path=ppt/charts/_rels/chartEx9.xml.rels><?xml version="1.0" encoding="UTF-8" standalone="yes"?>
<Relationships xmlns="http://schemas.openxmlformats.org/package/2006/relationships"><Relationship Id="rId3" Type="http://schemas.microsoft.com/office/2011/relationships/chartColorStyle" Target="colors9.xml"/><Relationship Id="rId2" Type="http://schemas.microsoft.com/office/2011/relationships/chartStyle" Target="style9.xml"/><Relationship Id="rId1" Type="http://schemas.openxmlformats.org/officeDocument/2006/relationships/oleObject" Target="https://unimelbcloud-my.sharepoint.com/personal/haninhn_student_unimelb_edu_au/Documents/Documents/Chapter%202/Chapter%202%20data/raw%20data.xlsx" TargetMode="External"/></Relationships>
</file>

<file path=ppt/charts/_rels/chartEx10.xml.rels><?xml version="1.0" encoding="UTF-8" standalone="yes"?>
<Relationships xmlns="http://schemas.openxmlformats.org/package/2006/relationships"><Relationship Id="rId3" Type="http://schemas.microsoft.com/office/2011/relationships/chartColorStyle" Target="colors10.xml"/><Relationship Id="rId2" Type="http://schemas.microsoft.com/office/2011/relationships/chartStyle" Target="style10.xml"/><Relationship Id="rId1" Type="http://schemas.openxmlformats.org/officeDocument/2006/relationships/oleObject" Target="https://unimelbcloud-my.sharepoint.com/personal/haninhn_student_unimelb_edu_au/Documents/Documents/Chapter%202/Chapter%202%20data/raw%20data.xlsx" TargetMode="External"/></Relationships>
</file>

<file path=ppt/charts/_rels/chartEx11.xml.rels><?xml version="1.0" encoding="UTF-8" standalone="yes"?>
<Relationships xmlns="http://schemas.openxmlformats.org/package/2006/relationships"><Relationship Id="rId3" Type="http://schemas.microsoft.com/office/2011/relationships/chartColorStyle" Target="colors11.xml"/><Relationship Id="rId2" Type="http://schemas.microsoft.com/office/2011/relationships/chartStyle" Target="style11.xml"/><Relationship Id="rId1" Type="http://schemas.openxmlformats.org/officeDocument/2006/relationships/oleObject" Target="https://unimelbcloud-my.sharepoint.com/personal/haninhn_student_unimelb_edu_au/Documents/Documents/Chapter%202/Chapter%202%20data/raw%20data.xlsx" TargetMode="External"/></Relationships>
</file>

<file path=ppt/charts/_rels/chartEx12.xml.rels><?xml version="1.0" encoding="UTF-8" standalone="yes"?>
<Relationships xmlns="http://schemas.openxmlformats.org/package/2006/relationships"><Relationship Id="rId3" Type="http://schemas.microsoft.com/office/2011/relationships/chartColorStyle" Target="colors12.xml"/><Relationship Id="rId2" Type="http://schemas.microsoft.com/office/2011/relationships/chartStyle" Target="style12.xml"/><Relationship Id="rId1" Type="http://schemas.openxmlformats.org/officeDocument/2006/relationships/oleObject" Target="https://unimelbcloud-my.sharepoint.com/personal/haninhn_student_unimelb_edu_au/Documents/Documents/Chapter%202/Chapter%202%20data/raw%20data.xlsx" TargetMode="External"/></Relationships>
</file>

<file path=ppt/charts/_rels/chartEx13.xml.rels><?xml version="1.0" encoding="UTF-8" standalone="yes"?>
<Relationships xmlns="http://schemas.openxmlformats.org/package/2006/relationships"><Relationship Id="rId3" Type="http://schemas.microsoft.com/office/2011/relationships/chartColorStyle" Target="colors13.xml"/><Relationship Id="rId2" Type="http://schemas.microsoft.com/office/2011/relationships/chartStyle" Target="style13.xml"/><Relationship Id="rId1" Type="http://schemas.openxmlformats.org/officeDocument/2006/relationships/oleObject" Target="https://unimelbcloud-my.sharepoint.com/personal/haninhn_student_unimelb_edu_au/Documents/Documents/Chapter%202/Chapter%202%20data/raw%20data.xlsx" TargetMode="External"/></Relationships>
</file>

<file path=ppt/charts/_rels/chartEx14.xml.rels><?xml version="1.0" encoding="UTF-8" standalone="yes"?>
<Relationships xmlns="http://schemas.openxmlformats.org/package/2006/relationships"><Relationship Id="rId3" Type="http://schemas.microsoft.com/office/2011/relationships/chartColorStyle" Target="colors14.xml"/><Relationship Id="rId2" Type="http://schemas.microsoft.com/office/2011/relationships/chartStyle" Target="style14.xml"/><Relationship Id="rId1" Type="http://schemas.openxmlformats.org/officeDocument/2006/relationships/oleObject" Target="https://unimelbcloud-my.sharepoint.com/personal/haninhn_student_unimelb_edu_au/Documents/Documents/Chapter%202/Chapter%202%20data/raw%20data.xlsx" TargetMode="External"/></Relationships>
</file>

<file path=ppt/charts/_rels/chartEx15.xml.rels><?xml version="1.0" encoding="UTF-8" standalone="yes"?>
<Relationships xmlns="http://schemas.openxmlformats.org/package/2006/relationships"><Relationship Id="rId3" Type="http://schemas.microsoft.com/office/2011/relationships/chartColorStyle" Target="colors15.xml"/><Relationship Id="rId2" Type="http://schemas.microsoft.com/office/2011/relationships/chartStyle" Target="style15.xml"/><Relationship Id="rId1" Type="http://schemas.openxmlformats.org/officeDocument/2006/relationships/oleObject" Target="https://unimelbcloud-my.sharepoint.com/personal/haninhn_student_unimelb_edu_au/Documents/Documents/Chapter%202/Chapter%202%20data/raw%20data.xlsx" TargetMode="External"/></Relationships>
</file>

<file path=ppt/charts/_rels/chartEx16.xml.rels><?xml version="1.0" encoding="UTF-8" standalone="yes"?>
<Relationships xmlns="http://schemas.openxmlformats.org/package/2006/relationships"><Relationship Id="rId3" Type="http://schemas.microsoft.com/office/2011/relationships/chartColorStyle" Target="colors16.xml"/><Relationship Id="rId2" Type="http://schemas.microsoft.com/office/2011/relationships/chartStyle" Target="style16.xml"/><Relationship Id="rId1" Type="http://schemas.openxmlformats.org/officeDocument/2006/relationships/oleObject" Target="https://unimelbcloud-my.sharepoint.com/personal/haninhn_student_unimelb_edu_au/Documents/Documents/Chapter%202/Chapter%202%20data/raw%20data.xlsx" TargetMode="External"/></Relationships>
</file>

<file path=ppt/charts/_rels/chartEx17.xml.rels><?xml version="1.0" encoding="UTF-8" standalone="yes"?>
<Relationships xmlns="http://schemas.openxmlformats.org/package/2006/relationships"><Relationship Id="rId3" Type="http://schemas.microsoft.com/office/2011/relationships/chartColorStyle" Target="colors17.xml"/><Relationship Id="rId2" Type="http://schemas.microsoft.com/office/2011/relationships/chartStyle" Target="style17.xml"/><Relationship Id="rId1" Type="http://schemas.openxmlformats.org/officeDocument/2006/relationships/oleObject" Target="https://unimelbcloud-my.sharepoint.com/personal/haninhn_student_unimelb_edu_au/Documents/Documents/Chapter%202/Chapter%202%20data/raw%20data.xlsx" TargetMode="External"/></Relationships>
</file>

<file path=ppt/charts/_rels/chartEx18.xml.rels><?xml version="1.0" encoding="UTF-8" standalone="yes"?>
<Relationships xmlns="http://schemas.openxmlformats.org/package/2006/relationships"><Relationship Id="rId3" Type="http://schemas.microsoft.com/office/2011/relationships/chartColorStyle" Target="colors18.xml"/><Relationship Id="rId2" Type="http://schemas.microsoft.com/office/2011/relationships/chartStyle" Target="style18.xml"/><Relationship Id="rId1" Type="http://schemas.openxmlformats.org/officeDocument/2006/relationships/oleObject" Target="https://unimelbcloud-my.sharepoint.com/personal/haninhn_student_unimelb_edu_au/Documents/Documents/Chapter%202/Chapter%202%20data/raw%20data.xlsx" TargetMode="External"/></Relationships>
</file>

<file path=ppt/charts/_rels/chartEx19.xml.rels><?xml version="1.0" encoding="UTF-8" standalone="yes"?>
<Relationships xmlns="http://schemas.openxmlformats.org/package/2006/relationships"><Relationship Id="rId3" Type="http://schemas.microsoft.com/office/2011/relationships/chartColorStyle" Target="colors19.xml"/><Relationship Id="rId2" Type="http://schemas.microsoft.com/office/2011/relationships/chartStyle" Target="style19.xml"/><Relationship Id="rId1" Type="http://schemas.openxmlformats.org/officeDocument/2006/relationships/oleObject" Target="https://unimelbcloud-my.sharepoint.com/personal/haninhn_student_unimelb_edu_au/Documents/Documents/Chapter%202/Chapter%202%20data/raw%20data.xlsx" TargetMode="External"/></Relationships>
</file>

<file path=ppt/charts/_rels/chartEx20.xml.rels><?xml version="1.0" encoding="UTF-8" standalone="yes"?>
<Relationships xmlns="http://schemas.openxmlformats.org/package/2006/relationships"><Relationship Id="rId3" Type="http://schemas.microsoft.com/office/2011/relationships/chartColorStyle" Target="colors20.xml"/><Relationship Id="rId2" Type="http://schemas.microsoft.com/office/2011/relationships/chartStyle" Target="style20.xml"/><Relationship Id="rId1" Type="http://schemas.openxmlformats.org/officeDocument/2006/relationships/oleObject" Target="https://unimelbcloud-my.sharepoint.com/personal/haninhn_student_unimelb_edu_au/Documents/Documents/Chapter%202/Chapter%202%20data/raw%20data.xlsx" TargetMode="External"/></Relationships>
</file>

<file path=ppt/charts/_rels/chartEx21.xml.rels><?xml version="1.0" encoding="UTF-8" standalone="yes"?>
<Relationships xmlns="http://schemas.openxmlformats.org/package/2006/relationships"><Relationship Id="rId3" Type="http://schemas.microsoft.com/office/2011/relationships/chartColorStyle" Target="colors21.xml"/><Relationship Id="rId2" Type="http://schemas.microsoft.com/office/2011/relationships/chartStyle" Target="style21.xml"/><Relationship Id="rId1" Type="http://schemas.openxmlformats.org/officeDocument/2006/relationships/oleObject" Target="https://unimelbcloud-my.sharepoint.com/personal/haninhn_student_unimelb_edu_au/Documents/Documents/Chapter%202/Chapter%202%20data/raw%20data.xlsx" TargetMode="External"/></Relationships>
</file>

<file path=ppt/charts/_rels/chartEx22.xml.rels><?xml version="1.0" encoding="UTF-8" standalone="yes"?>
<Relationships xmlns="http://schemas.openxmlformats.org/package/2006/relationships"><Relationship Id="rId3" Type="http://schemas.microsoft.com/office/2011/relationships/chartColorStyle" Target="colors22.xml"/><Relationship Id="rId2" Type="http://schemas.microsoft.com/office/2011/relationships/chartStyle" Target="style22.xml"/><Relationship Id="rId1" Type="http://schemas.openxmlformats.org/officeDocument/2006/relationships/oleObject" Target="https://unimelbcloud-my.sharepoint.com/personal/haninhn_student_unimelb_edu_au/Documents/Documents/Chapter%202/Chapter%202%20data/raw%20data.xlsx" TargetMode="External"/></Relationships>
</file>

<file path=ppt/charts/_rels/chartEx23.xml.rels><?xml version="1.0" encoding="UTF-8" standalone="yes"?>
<Relationships xmlns="http://schemas.openxmlformats.org/package/2006/relationships"><Relationship Id="rId3" Type="http://schemas.microsoft.com/office/2011/relationships/chartColorStyle" Target="colors23.xml"/><Relationship Id="rId2" Type="http://schemas.microsoft.com/office/2011/relationships/chartStyle" Target="style23.xml"/><Relationship Id="rId1" Type="http://schemas.openxmlformats.org/officeDocument/2006/relationships/oleObject" Target="https://unimelbcloud-my.sharepoint.com/personal/haninhn_student_unimelb_edu_au/Documents/Documents/Chapter%202/Chapter%202%20data/raw%20data.xlsx" TargetMode="External"/></Relationships>
</file>

<file path=ppt/charts/_rels/chartEx24.xml.rels><?xml version="1.0" encoding="UTF-8" standalone="yes"?>
<Relationships xmlns="http://schemas.openxmlformats.org/package/2006/relationships"><Relationship Id="rId3" Type="http://schemas.microsoft.com/office/2011/relationships/chartColorStyle" Target="colors24.xml"/><Relationship Id="rId2" Type="http://schemas.microsoft.com/office/2011/relationships/chartStyle" Target="style24.xml"/><Relationship Id="rId1" Type="http://schemas.openxmlformats.org/officeDocument/2006/relationships/oleObject" Target="https://unimelbcloud-my.sharepoint.com/personal/haninhn_student_unimelb_edu_au/Documents/Documents/Chapter%202/Chapter%202%20data/raw%20data.xlsx" TargetMode="External"/></Relationships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numDim type="val">
        <cx:f>'leave edited'!$C$2:$C$738</cx:f>
        <cx:lvl ptCount="737" formatCode="General">
          <cx:pt idx="0">38.786000000000001</cx:pt>
          <cx:pt idx="1">18.295999999999999</cx:pt>
          <cx:pt idx="2">29.193999999999999</cx:pt>
          <cx:pt idx="3">2.133</cx:pt>
          <cx:pt idx="4">23.475999999999999</cx:pt>
          <cx:pt idx="5">2.5960000000000001</cx:pt>
          <cx:pt idx="6">18.186</cx:pt>
          <cx:pt idx="7">12.009</cx:pt>
          <cx:pt idx="8">5.165</cx:pt>
          <cx:pt idx="9">13.228</cx:pt>
          <cx:pt idx="10">30.317</cx:pt>
          <cx:pt idx="11">23.736000000000001</cx:pt>
          <cx:pt idx="12">27.273</cx:pt>
          <cx:pt idx="13">27.363</cx:pt>
          <cx:pt idx="14">37.582999999999998</cx:pt>
          <cx:pt idx="15">12.794</cx:pt>
          <cx:pt idx="16">28.023</cx:pt>
          <cx:pt idx="17">22.177</cx:pt>
          <cx:pt idx="18">30.782</cx:pt>
          <cx:pt idx="19">26.718</cx:pt>
          <cx:pt idx="20">32.945999999999998</cx:pt>
          <cx:pt idx="21">34.323</cx:pt>
          <cx:pt idx="22">32.631999999999998</cx:pt>
          <cx:pt idx="23">34.209000000000003</cx:pt>
          <cx:pt idx="24">18.751000000000001</cx:pt>
          <cx:pt idx="25">18.363</cx:pt>
          <cx:pt idx="26">33.780999999999999</cx:pt>
          <cx:pt idx="27">36.656999999999996</cx:pt>
          <cx:pt idx="28">41.966999999999999</cx:pt>
          <cx:pt idx="29">49.259999999999998</cx:pt>
          <cx:pt idx="30">26.288</cx:pt>
          <cx:pt idx="31">16.427</cx:pt>
          <cx:pt idx="32">47.927</cx:pt>
          <cx:pt idx="33">40.554000000000002</cx:pt>
          <cx:pt idx="34">43.911000000000001</cx:pt>
          <cx:pt idx="35">43.896000000000001</cx:pt>
          <cx:pt idx="36">32.546999999999997</cx:pt>
          <cx:pt idx="37">30.151</cx:pt>
          <cx:pt idx="38">52.404000000000003</cx:pt>
          <cx:pt idx="39">596.58500000000004</cx:pt>
          <cx:pt idx="40">27.603000000000002</cx:pt>
          <cx:pt idx="41">48.713000000000001</cx:pt>
          <cx:pt idx="42">43.659999999999997</cx:pt>
          <cx:pt idx="43">31.321999999999999</cx:pt>
          <cx:pt idx="44">41.165999999999997</cx:pt>
          <cx:pt idx="45">42.795999999999999</cx:pt>
          <cx:pt idx="46">34.121000000000002</cx:pt>
          <cx:pt idx="47">29.135000000000002</cx:pt>
          <cx:pt idx="48">46.259</cx:pt>
          <cx:pt idx="49">46.424999999999997</cx:pt>
          <cx:pt idx="50">48.551000000000002</cx:pt>
          <cx:pt idx="51">43.610999999999997</cx:pt>
          <cx:pt idx="52">51.125</cx:pt>
          <cx:pt idx="53">25.541</cx:pt>
          <cx:pt idx="54">44.808</cx:pt>
          <cx:pt idx="55">38.914999999999999</cx:pt>
          <cx:pt idx="56">50.917999999999999</cx:pt>
          <cx:pt idx="57">34.002000000000002</cx:pt>
          <cx:pt idx="58">49.759</cx:pt>
          <cx:pt idx="59">29.582000000000001</cx:pt>
          <cx:pt idx="60">45.933999999999997</cx:pt>
          <cx:pt idx="61">12.505000000000001</cx:pt>
          <cx:pt idx="62">105.38200000000001</cx:pt>
          <cx:pt idx="63">130.65799999999999</cx:pt>
          <cx:pt idx="64">22.297999999999998</cx:pt>
          <cx:pt idx="65">38.639000000000003</cx:pt>
          <cx:pt idx="66">44.371000000000002</cx:pt>
          <cx:pt idx="67">43.761000000000003</cx:pt>
          <cx:pt idx="68">59.984000000000002</cx:pt>
          <cx:pt idx="69">54.749000000000002</cx:pt>
          <cx:pt idx="70">53.340000000000003</cx:pt>
          <cx:pt idx="71">44.656999999999996</cx:pt>
          <cx:pt idx="72">49.816000000000003</cx:pt>
          <cx:pt idx="73">44.203000000000003</cx:pt>
          <cx:pt idx="74">13.034000000000001</cx:pt>
          <cx:pt idx="75">74.781999999999996</cx:pt>
          <cx:pt idx="76">66.998999999999995</cx:pt>
          <cx:pt idx="77">48.731999999999999</cx:pt>
          <cx:pt idx="78">47.463000000000001</cx:pt>
          <cx:pt idx="79">39.423999999999999</cx:pt>
          <cx:pt idx="80">26.091999999999999</cx:pt>
          <cx:pt idx="81">54.975000000000001</cx:pt>
          <cx:pt idx="82">18.449000000000002</cx:pt>
          <cx:pt idx="83">61.761000000000003</cx:pt>
          <cx:pt idx="84">56.207000000000001</cx:pt>
          <cx:pt idx="85">56.649999999999999</cx:pt>
          <cx:pt idx="86">50.514000000000003</cx:pt>
          <cx:pt idx="87">64.759</cx:pt>
          <cx:pt idx="88">59.478999999999999</cx:pt>
          <cx:pt idx="89">57.386000000000003</cx:pt>
          <cx:pt idx="90">45.847999999999999</cx:pt>
          <cx:pt idx="91">50.237000000000002</cx:pt>
          <cx:pt idx="92">67.834000000000003</cx:pt>
          <cx:pt idx="93">61.182000000000002</cx:pt>
          <cx:pt idx="94">61.573999999999998</cx:pt>
          <cx:pt idx="95">65.900999999999996</cx:pt>
          <cx:pt idx="96">8.8650000000000002</cx:pt>
          <cx:pt idx="97">67.311000000000007</cx:pt>
          <cx:pt idx="98">62.305</cx:pt>
          <cx:pt idx="99">57.573999999999998</cx:pt>
          <cx:pt idx="100">35.435000000000002</cx:pt>
          <cx:pt idx="101">47.902999999999999</cx:pt>
          <cx:pt idx="102">38.994999999999997</cx:pt>
          <cx:pt idx="103">59.061999999999998</cx:pt>
          <cx:pt idx="104">61.712000000000003</cx:pt>
          <cx:pt idx="105">37.155000000000001</cx:pt>
          <cx:pt idx="106">61.279000000000003</cx:pt>
          <cx:pt idx="107">79.700999999999993</cx:pt>
          <cx:pt idx="108">76.915999999999997</cx:pt>
          <cx:pt idx="109">74.807000000000002</cx:pt>
          <cx:pt idx="110">77.768000000000001</cx:pt>
          <cx:pt idx="111">64.075999999999993</cx:pt>
          <cx:pt idx="112">40.758000000000003</cx:pt>
          <cx:pt idx="113">63.856000000000002</cx:pt>
          <cx:pt idx="114">61.106999999999999</cx:pt>
          <cx:pt idx="115">71.363</cx:pt>
          <cx:pt idx="116">66.822000000000003</cx:pt>
          <cx:pt idx="117">71.102000000000004</cx:pt>
          <cx:pt idx="118">71.855999999999995</cx:pt>
          <cx:pt idx="119">12.500999999999999</cx:pt>
          <cx:pt idx="120">87.064999999999998</cx:pt>
          <cx:pt idx="121">121.047</cx:pt>
          <cx:pt idx="122">64.460999999999999</cx:pt>
          <cx:pt idx="123">69.108999999999995</cx:pt>
          <cx:pt idx="124">52.814</cx:pt>
          <cx:pt idx="125">78.894000000000005</cx:pt>
          <cx:pt idx="126">68.025999999999996</cx:pt>
          <cx:pt idx="127">76.613</cx:pt>
          <cx:pt idx="128">50.863</cx:pt>
          <cx:pt idx="129">51.843000000000004</cx:pt>
          <cx:pt idx="130">70.280000000000001</cx:pt>
          <cx:pt idx="131">82.361999999999995</cx:pt>
          <cx:pt idx="132">70.861999999999995</cx:pt>
          <cx:pt idx="133">45.915999999999997</cx:pt>
          <cx:pt idx="134">71.813000000000002</cx:pt>
          <cx:pt idx="135">58.420999999999999</cx:pt>
          <cx:pt idx="136">71.986999999999995</cx:pt>
          <cx:pt idx="137">30.744</cx:pt>
          <cx:pt idx="138">76.230999999999995</cx:pt>
          <cx:pt idx="139">34.195</cx:pt>
          <cx:pt idx="140">84.015000000000001</cx:pt>
          <cx:pt idx="141">46.359000000000002</cx:pt>
          <cx:pt idx="142">79.296000000000006</cx:pt>
          <cx:pt idx="143">99.864999999999995</cx:pt>
          <cx:pt idx="144">47.392000000000003</cx:pt>
          <cx:pt idx="145">73.576999999999998</cx:pt>
          <cx:pt idx="146">91.915000000000006</cx:pt>
          <cx:pt idx="147">80.969999999999999</cx:pt>
          <cx:pt idx="148">78.441999999999993</cx:pt>
          <cx:pt idx="149">70.119</cx:pt>
          <cx:pt idx="150">93.097999999999999</cx:pt>
          <cx:pt idx="151">64.986999999999995</cx:pt>
          <cx:pt idx="152">70.167000000000002</cx:pt>
          <cx:pt idx="153">90.832999999999998</cx:pt>
          <cx:pt idx="154">109.117</cx:pt>
          <cx:pt idx="155">56.350999999999999</cx:pt>
          <cx:pt idx="156">28.788</cx:pt>
          <cx:pt idx="157">93.263999999999996</cx:pt>
          <cx:pt idx="158">62.521000000000001</cx:pt>
          <cx:pt idx="159">85.911000000000001</cx:pt>
          <cx:pt idx="160">48.024999999999999</cx:pt>
          <cx:pt idx="161">35.537999999999997</cx:pt>
          <cx:pt idx="162">39.597000000000001</cx:pt>
          <cx:pt idx="163">66.007000000000005</cx:pt>
          <cx:pt idx="164">75.344999999999999</cx:pt>
          <cx:pt idx="165">72.019000000000005</cx:pt>
          <cx:pt idx="166">97.616</cx:pt>
          <cx:pt idx="167">51.101999999999997</cx:pt>
          <cx:pt idx="168">70.817999999999998</cx:pt>
          <cx:pt idx="169">95.981999999999999</cx:pt>
          <cx:pt idx="170">74.141000000000005</cx:pt>
          <cx:pt idx="171">73.638000000000005</cx:pt>
          <cx:pt idx="172">84.646000000000001</cx:pt>
          <cx:pt idx="173">64.584000000000003</cx:pt>
          <cx:pt idx="174">36.311</cx:pt>
          <cx:pt idx="175">107.322</cx:pt>
          <cx:pt idx="176">171.291</cx:pt>
          <cx:pt idx="177">115.733</cx:pt>
          <cx:pt idx="178">63.207999999999998</cx:pt>
          <cx:pt idx="179">35.716999999999999</cx:pt>
          <cx:pt idx="180">78.120000000000005</cx:pt>
          <cx:pt idx="181">37.143999999999998</cx:pt>
          <cx:pt idx="182">64.177999999999997</cx:pt>
          <cx:pt idx="183">78.400999999999996</cx:pt>
          <cx:pt idx="184">55.768999999999998</cx:pt>
          <cx:pt idx="185">79.421000000000006</cx:pt>
          <cx:pt idx="186">98.144999999999996</cx:pt>
          <cx:pt idx="187">59.197000000000003</cx:pt>
          <cx:pt idx="188">67.251999999999995</cx:pt>
          <cx:pt idx="189">68.741</cx:pt>
          <cx:pt idx="190">80.129999999999995</cx:pt>
          <cx:pt idx="191">19.053999999999998</cx:pt>
          <cx:pt idx="192">103.911</cx:pt>
          <cx:pt idx="193">48.838999999999999</cx:pt>
          <cx:pt idx="194">118.51600000000001</cx:pt>
          <cx:pt idx="195">88.412000000000006</cx:pt>
          <cx:pt idx="196">77.313000000000002</cx:pt>
          <cx:pt idx="197">10.894</cx:pt>
          <cx:pt idx="198">72.813000000000002</cx:pt>
          <cx:pt idx="199">33.447000000000003</cx:pt>
          <cx:pt idx="200">106.05</cx:pt>
          <cx:pt idx="201">78.915999999999997</cx:pt>
          <cx:pt idx="202">0.161</cx:pt>
          <cx:pt idx="203">92.902000000000001</cx:pt>
          <cx:pt idx="204">81.730000000000004</cx:pt>
          <cx:pt idx="205">105.80500000000001</cx:pt>
          <cx:pt idx="206">83.962000000000003</cx:pt>
          <cx:pt idx="207">103.485</cx:pt>
          <cx:pt idx="208">112.279</cx:pt>
          <cx:pt idx="209">121.86799999999999</cx:pt>
          <cx:pt idx="210">89.079999999999998</cx:pt>
          <cx:pt idx="211">101.02200000000001</cx:pt>
          <cx:pt idx="212">86.037000000000006</cx:pt>
          <cx:pt idx="213">98.611000000000004</cx:pt>
          <cx:pt idx="214">101.75</cx:pt>
          <cx:pt idx="215">102.88500000000001</cx:pt>
          <cx:pt idx="216">99.703999999999994</cx:pt>
          <cx:pt idx="217">45.939</cx:pt>
          <cx:pt idx="218">39.814</cx:pt>
          <cx:pt idx="219">187.91800000000001</cx:pt>
          <cx:pt idx="220">128.29599999999999</cx:pt>
          <cx:pt idx="221">69.510000000000005</cx:pt>
          <cx:pt idx="222">77.796000000000006</cx:pt>
          <cx:pt idx="223">79.718999999999994</cx:pt>
          <cx:pt idx="224">82.920000000000002</cx:pt>
          <cx:pt idx="225">96.296999999999997</cx:pt>
          <cx:pt idx="226">82.944000000000003</cx:pt>
          <cx:pt idx="227">93.260000000000005</cx:pt>
          <cx:pt idx="228">58.097999999999999</cx:pt>
          <cx:pt idx="229">89.787000000000006</cx:pt>
          <cx:pt idx="230">98.822000000000003</cx:pt>
          <cx:pt idx="231">121.349</cx:pt>
          <cx:pt idx="232">82.489000000000004</cx:pt>
          <cx:pt idx="233">107.315</cx:pt>
          <cx:pt idx="234">97.742000000000004</cx:pt>
          <cx:pt idx="235">82.338999999999999</cx:pt>
          <cx:pt idx="236">126.069</cx:pt>
          <cx:pt idx="237">87.647999999999996</cx:pt>
          <cx:pt idx="238">43.161999999999999</cx:pt>
          <cx:pt idx="239">117.675</cx:pt>
          <cx:pt idx="240">101.667</cx:pt>
          <cx:pt idx="241">68.867000000000004</cx:pt>
          <cx:pt idx="242">84.004999999999995</cx:pt>
          <cx:pt idx="243">110.319</cx:pt>
          <cx:pt idx="244">79.564999999999998</cx:pt>
          <cx:pt idx="245">94.25</cx:pt>
          <cx:pt idx="246">134.57400000000001</cx:pt>
          <cx:pt idx="247">112.889</cx:pt>
          <cx:pt idx="248">93.019999999999996</cx:pt>
          <cx:pt idx="249">72.084999999999994</cx:pt>
          <cx:pt idx="250">42.945</cx:pt>
          <cx:pt idx="251">79.715999999999994</cx:pt>
          <cx:pt idx="252">107.191</cx:pt>
          <cx:pt idx="253">137.16900000000001</cx:pt>
          <cx:pt idx="254">121.887</cx:pt>
          <cx:pt idx="255">167.45500000000001</cx:pt>
          <cx:pt idx="256">32.174999999999997</cx:pt>
          <cx:pt idx="257">128.62700000000001</cx:pt>
          <cx:pt idx="258">128.68000000000001</cx:pt>
          <cx:pt idx="259">135.94</cx:pt>
          <cx:pt idx="260">129.26599999999999</cx:pt>
          <cx:pt idx="261">123.518</cx:pt>
          <cx:pt idx="262">97.882000000000005</cx:pt>
          <cx:pt idx="263">120.672</cx:pt>
          <cx:pt idx="264">87.799000000000007</cx:pt>
          <cx:pt idx="265">64.926000000000002</cx:pt>
          <cx:pt idx="266">107.905</cx:pt>
          <cx:pt idx="267">102.274</cx:pt>
          <cx:pt idx="268">119.599</cx:pt>
          <cx:pt idx="269">132.62200000000001</cx:pt>
          <cx:pt idx="270">160.01599999999999</cx:pt>
          <cx:pt idx="271">92.588999999999999</cx:pt>
          <cx:pt idx="272">103.898</cx:pt>
          <cx:pt idx="273">46.076999999999998</cx:pt>
          <cx:pt idx="274">122.26900000000001</cx:pt>
          <cx:pt idx="275">98.751000000000005</cx:pt>
          <cx:pt idx="276">138.01900000000001</cx:pt>
          <cx:pt idx="277">128.822</cx:pt>
          <cx:pt idx="278">147.637</cx:pt>
          <cx:pt idx="279">108.532</cx:pt>
          <cx:pt idx="280">43.219999999999999</cx:pt>
          <cx:pt idx="281">135.505</cx:pt>
          <cx:pt idx="282">124.18000000000001</cx:pt>
          <cx:pt idx="283">96.253</cx:pt>
          <cx:pt idx="284">127.20999999999999</cx:pt>
          <cx:pt idx="285">73.331999999999994</cx:pt>
          <cx:pt idx="286">125.79300000000001</cx:pt>
          <cx:pt idx="287">158.50200000000001</cx:pt>
          <cx:pt idx="288">28.210000000000001</cx:pt>
          <cx:pt idx="289">42.643000000000001</cx:pt>
          <cx:pt idx="290">110.92</cx:pt>
          <cx:pt idx="291">106.443</cx:pt>
          <cx:pt idx="292">132.69499999999999</cx:pt>
          <cx:pt idx="293">88.959000000000003</cx:pt>
          <cx:pt idx="294">138.393</cx:pt>
          <cx:pt idx="295">144.31999999999999</cx:pt>
          <cx:pt idx="296">58.527000000000001</cx:pt>
          <cx:pt idx="297">145.91999999999999</cx:pt>
          <cx:pt idx="298">120.05200000000001</cx:pt>
          <cx:pt idx="299">148.33500000000001</cx:pt>
          <cx:pt idx="300">162.053</cx:pt>
          <cx:pt idx="301">117.685</cx:pt>
          <cx:pt idx="302">140.91999999999999</cx:pt>
          <cx:pt idx="303">145.65000000000001</cx:pt>
          <cx:pt idx="304">3.327</cx:pt>
          <cx:pt idx="305">24.959</cx:pt>
          <cx:pt idx="306">24.273</cx:pt>
          <cx:pt idx="307">101.361</cx:pt>
          <cx:pt idx="308">163.001</cx:pt>
          <cx:pt idx="309">177.26599999999999</cx:pt>
          <cx:pt idx="310">112.928</cx:pt>
          <cx:pt idx="311">163.31700000000001</cx:pt>
          <cx:pt idx="312">171.37899999999999</cx:pt>
          <cx:pt idx="313">170.57300000000001</cx:pt>
          <cx:pt idx="314">108.874</cx:pt>
          <cx:pt idx="315">117.38800000000001</cx:pt>
          <cx:pt idx="316">37.097999999999999</cx:pt>
          <cx:pt idx="317">131.06899999999999</cx:pt>
          <cx:pt idx="318">151.79400000000001</cx:pt>
          <cx:pt idx="319">158.00800000000001</cx:pt>
          <cx:pt idx="320">118.69</cx:pt>
          <cx:pt idx="321">138.46100000000001</cx:pt>
          <cx:pt idx="322">85.522000000000006</cx:pt>
          <cx:pt idx="323">151.12</cx:pt>
          <cx:pt idx="324">15.571</cx:pt>
          <cx:pt idx="325">127.407</cx:pt>
          <cx:pt idx="326">111.67100000000001</cx:pt>
          <cx:pt idx="327">111.56699999999999</cx:pt>
          <cx:pt idx="328">120.444</cx:pt>
          <cx:pt idx="329">108.402</cx:pt>
          <cx:pt idx="330">226.71299999999999</cx:pt>
          <cx:pt idx="331">86.239000000000004</cx:pt>
          <cx:pt idx="332">141.05000000000001</cx:pt>
          <cx:pt idx="333">102.06999999999999</cx:pt>
          <cx:pt idx="334">111.501</cx:pt>
          <cx:pt idx="335">100.779</cx:pt>
          <cx:pt idx="336">131.52699999999999</cx:pt>
          <cx:pt idx="337">137.59999999999999</cx:pt>
          <cx:pt idx="338">152.88900000000001</cx:pt>
          <cx:pt idx="339">156.685</cx:pt>
          <cx:pt idx="340">170.05699999999999</cx:pt>
          <cx:pt idx="341">169.41499999999999</cx:pt>
          <cx:pt idx="342">142.72900000000001</cx:pt>
          <cx:pt idx="343">138.446</cx:pt>
          <cx:pt idx="344">158.256</cx:pt>
          <cx:pt idx="345">125.67100000000001</cx:pt>
          <cx:pt idx="346">132.19300000000001</cx:pt>
          <cx:pt idx="347">100.79000000000001</cx:pt>
          <cx:pt idx="348">51.911999999999999</cx:pt>
          <cx:pt idx="349">189.64500000000001</cx:pt>
          <cx:pt idx="350">129.43199999999999</cx:pt>
          <cx:pt idx="351">156.39699999999999</cx:pt>
          <cx:pt idx="352">169.80199999999999</cx:pt>
          <cx:pt idx="353">131.62100000000001</cx:pt>
          <cx:pt idx="354">104.622</cx:pt>
          <cx:pt idx="355">27.835999999999999</cx:pt>
          <cx:pt idx="356">174.065</cx:pt>
          <cx:pt idx="357">168.54599999999999</cx:pt>
          <cx:pt idx="358">133.10400000000001</cx:pt>
          <cx:pt idx="359">165.36600000000001</cx:pt>
          <cx:pt idx="360">145.22900000000001</cx:pt>
          <cx:pt idx="361">167.13499999999999</cx:pt>
          <cx:pt idx="362">149.857</cx:pt>
          <cx:pt idx="363">175.07599999999999</cx:pt>
          <cx:pt idx="364">207.363</cx:pt>
          <cx:pt idx="365">180.09200000000001</cx:pt>
          <cx:pt idx="366">124.125</cx:pt>
          <cx:pt idx="367">67.841999999999999</cx:pt>
          <cx:pt idx="368">142.012</cx:pt>
          <cx:pt idx="369">129.846</cx:pt>
          <cx:pt idx="370">121.995</cx:pt>
          <cx:pt idx="371">196.72900000000001</cx:pt>
          <cx:pt idx="372">135.273</cx:pt>
          <cx:pt idx="373">117.855</cx:pt>
          <cx:pt idx="374">102.408</cx:pt>
          <cx:pt idx="375">161.33699999999999</cx:pt>
          <cx:pt idx="376">167.571</cx:pt>
          <cx:pt idx="377">139.315</cx:pt>
          <cx:pt idx="378">95.676000000000002</cx:pt>
          <cx:pt idx="379">151.47300000000001</cx:pt>
          <cx:pt idx="380">174.51400000000001</cx:pt>
          <cx:pt idx="381">206.97800000000001</cx:pt>
          <cx:pt idx="382">98.010000000000005</cx:pt>
          <cx:pt idx="383">124.01000000000001</cx:pt>
          <cx:pt idx="384">150.12</cx:pt>
          <cx:pt idx="385">142.464</cx:pt>
          <cx:pt idx="386">116.557</cx:pt>
          <cx:pt idx="387">125.39700000000001</cx:pt>
          <cx:pt idx="388">177.035</cx:pt>
          <cx:pt idx="389">153.285</cx:pt>
          <cx:pt idx="390">158.328</cx:pt>
          <cx:pt idx="391">164.459</cx:pt>
          <cx:pt idx="392">161.52799999999999</cx:pt>
          <cx:pt idx="393">136.32400000000001</cx:pt>
          <cx:pt idx="394">193.72399999999999</cx:pt>
          <cx:pt idx="395">44.079999999999998</cx:pt>
          <cx:pt idx="396">221.476</cx:pt>
          <cx:pt idx="397">47.810000000000002</cx:pt>
          <cx:pt idx="398">172.285</cx:pt>
          <cx:pt idx="399">182.535</cx:pt>
          <cx:pt idx="400">200.69300000000001</cx:pt>
          <cx:pt idx="401">228.44999999999999</cx:pt>
          <cx:pt idx="402">29.713000000000001</cx:pt>
          <cx:pt idx="403">162.43600000000001</cx:pt>
          <cx:pt idx="404">172.959</cx:pt>
          <cx:pt idx="405">160.899</cx:pt>
          <cx:pt idx="406">280.30099999999999</cx:pt>
          <cx:pt idx="407">173.33199999999999</cx:pt>
          <cx:pt idx="408">179.15000000000001</cx:pt>
          <cx:pt idx="409">226.22399999999999</cx:pt>
          <cx:pt idx="410">192.03999999999999</cx:pt>
          <cx:pt idx="411">206.69300000000001</cx:pt>
          <cx:pt idx="412">25.951000000000001</cx:pt>
          <cx:pt idx="413">139.559</cx:pt>
          <cx:pt idx="414">207.523</cx:pt>
          <cx:pt idx="415">156.953</cx:pt>
          <cx:pt idx="416">211.63499999999999</cx:pt>
          <cx:pt idx="417">174.399</cx:pt>
          <cx:pt idx="418">15.16</cx:pt>
          <cx:pt idx="419">226.09200000000001</cx:pt>
          <cx:pt idx="420">183.40199999999999</cx:pt>
          <cx:pt idx="421">176.643</cx:pt>
          <cx:pt idx="422">283.221</cx:pt>
          <cx:pt idx="423">201.089</cx:pt>
          <cx:pt idx="424">279.36799999999999</cx:pt>
          <cx:pt idx="425">65.981999999999999</cx:pt>
          <cx:pt idx="426">208.203</cx:pt>
          <cx:pt idx="427">202.74700000000001</cx:pt>
          <cx:pt idx="428">217.86000000000001</cx:pt>
          <cx:pt idx="429">247.38300000000001</cx:pt>
          <cx:pt idx="430">257.61900000000003</cx:pt>
          <cx:pt idx="431">236.23599999999999</cx:pt>
          <cx:pt idx="432">129.56800000000001</cx:pt>
          <cx:pt idx="433">98.932000000000002</cx:pt>
          <cx:pt idx="434">202.81399999999999</cx:pt>
          <cx:pt idx="435">191.221</cx:pt>
          <cx:pt idx="436">245.46899999999999</cx:pt>
          <cx:pt idx="437">284.488</cx:pt>
          <cx:pt idx="438">259.31599999999997</cx:pt>
          <cx:pt idx="439">207.13399999999999</cx:pt>
          <cx:pt idx="440">192.25299999999999</cx:pt>
          <cx:pt idx="441">118.259</cx:pt>
          <cx:pt idx="442">204.62</cx:pt>
          <cx:pt idx="443">221.73599999999999</cx:pt>
          <cx:pt idx="444">252.636</cx:pt>
          <cx:pt idx="445">240.08799999999999</cx:pt>
          <cx:pt idx="446">258.25200000000001</cx:pt>
          <cx:pt idx="447">159.018</cx:pt>
          <cx:pt idx="448">133.38200000000001</cx:pt>
          <cx:pt idx="449">210.53700000000001</cx:pt>
          <cx:pt idx="450">164.512</cx:pt>
          <cx:pt idx="451">241.16</cx:pt>
          <cx:pt idx="452">219.91900000000001</cx:pt>
          <cx:pt idx="453">298.35300000000001</cx:pt>
          <cx:pt idx="454">278.10500000000002</cx:pt>
          <cx:pt idx="455">195.803</cx:pt>
          <cx:pt idx="456">248.23099999999999</cx:pt>
          <cx:pt idx="457">247.53800000000001</cx:pt>
          <cx:pt idx="458">270.69099999999997</cx:pt>
          <cx:pt idx="459">259.98899999999998</cx:pt>
          <cx:pt idx="460">269.32900000000001</cx:pt>
          <cx:pt idx="461">211.86000000000001</cx:pt>
          <cx:pt idx="462">212.203</cx:pt>
          <cx:pt idx="463">248.75899999999999</cx:pt>
          <cx:pt idx="464">241.274</cx:pt>
          <cx:pt idx="465">324.411</cx:pt>
          <cx:pt idx="466">127.09099999999999</cx:pt>
          <cx:pt idx="467">194.035</cx:pt>
          <cx:pt idx="468">280.99200000000002</cx:pt>
          <cx:pt idx="469">172.167</cx:pt>
          <cx:pt idx="470">119.608</cx:pt>
          <cx:pt idx="471">207.006</cx:pt>
          <cx:pt idx="472">261.59699999999998</cx:pt>
          <cx:pt idx="473">175.779</cx:pt>
          <cx:pt idx="474">239.91999999999999</cx:pt>
          <cx:pt idx="475">173.02699999999999</cx:pt>
          <cx:pt idx="476">240.86600000000001</cx:pt>
          <cx:pt idx="477">32.857999999999997</cx:pt>
          <cx:pt idx="478">173.733</cx:pt>
          <cx:pt idx="479">234.309</cx:pt>
          <cx:pt idx="480">300.93799999999999</cx:pt>
          <cx:pt idx="481">18.870000000000001</cx:pt>
          <cx:pt idx="482">237.28</cx:pt>
          <cx:pt idx="483">267.209</cx:pt>
          <cx:pt idx="484">157.72200000000001</cx:pt>
          <cx:pt idx="485">231.41</cx:pt>
          <cx:pt idx="486">260.39699999999999</cx:pt>
          <cx:pt idx="487">45.537999999999997</cx:pt>
          <cx:pt idx="488">224.745</cx:pt>
          <cx:pt idx="489">275.40800000000002</cx:pt>
          <cx:pt idx="490">275.50799999999998</cx:pt>
          <cx:pt idx="491">272.024</cx:pt>
          <cx:pt idx="492">245.524</cx:pt>
          <cx:pt idx="493">247.43700000000001</cx:pt>
          <cx:pt idx="494">271.92899999999997</cx:pt>
          <cx:pt idx="495">75.588999999999999</cx:pt>
          <cx:pt idx="496">248.77099999999999</cx:pt>
          <cx:pt idx="497">24.687999999999999</cx:pt>
          <cx:pt idx="498">243.33799999999999</cx:pt>
          <cx:pt idx="499">213.05699999999999</cx:pt>
          <cx:pt idx="500">277.84500000000003</cx:pt>
          <cx:pt idx="501">250.78100000000001</cx:pt>
          <cx:pt idx="502">255.11600000000001</cx:pt>
          <cx:pt idx="503">202.04900000000001</cx:pt>
          <cx:pt idx="504">345.96499999999997</cx:pt>
          <cx:pt idx="505">305.86200000000002</cx:pt>
          <cx:pt idx="506">293.86599999999999</cx:pt>
          <cx:pt idx="507">373.33699999999999</cx:pt>
          <cx:pt idx="508">244.72900000000001</cx:pt>
          <cx:pt idx="509">255.89500000000001</cx:pt>
          <cx:pt idx="510">251.03899999999999</cx:pt>
          <cx:pt idx="511">249.398</cx:pt>
          <cx:pt idx="512">267.23000000000002</cx:pt>
          <cx:pt idx="513">187.76900000000001</cx:pt>
          <cx:pt idx="514">307.98500000000001</cx:pt>
          <cx:pt idx="515">54.152000000000001</cx:pt>
          <cx:pt idx="516">316.08499999999998</cx:pt>
          <cx:pt idx="517">296.30900000000003</cx:pt>
          <cx:pt idx="518">303.09399999999999</cx:pt>
          <cx:pt idx="519">194.495</cx:pt>
          <cx:pt idx="520">269.262</cx:pt>
          <cx:pt idx="521">348.49900000000002</cx:pt>
          <cx:pt idx="522">237.78999999999999</cx:pt>
          <cx:pt idx="523">190.27500000000001</cx:pt>
          <cx:pt idx="524">375.50999999999999</cx:pt>
          <cx:pt idx="525">321.47399999999999</cx:pt>
          <cx:pt idx="526">325.18000000000001</cx:pt>
          <cx:pt idx="527">270.863</cx:pt>
          <cx:pt idx="528">325.75900000000001</cx:pt>
          <cx:pt idx="529">308.40899999999999</cx:pt>
          <cx:pt idx="530">336.39400000000001</cx:pt>
          <cx:pt idx="531">347.47699999999998</cx:pt>
          <cx:pt idx="532">258.11900000000003</cx:pt>
          <cx:pt idx="533">93.379000000000005</cx:pt>
          <cx:pt idx="534">419.86700000000002</cx:pt>
          <cx:pt idx="535">348.959</cx:pt>
          <cx:pt idx="536">431.61200000000002</cx:pt>
          <cx:pt idx="537">296.00299999999999</cx:pt>
          <cx:pt idx="538">413.42599999999999</cx:pt>
          <cx:pt idx="539">388.44299999999998</cx:pt>
          <cx:pt idx="540">185.97300000000001</cx:pt>
          <cx:pt idx="541">284.61099999999999</cx:pt>
          <cx:pt idx="542">93.433999999999997</cx:pt>
          <cx:pt idx="543">287.90499999999997</cx:pt>
          <cx:pt idx="544">397.63099999999997</cx:pt>
          <cx:pt idx="545">292.274</cx:pt>
          <cx:pt idx="546">355.19</cx:pt>
          <cx:pt idx="547">351.99400000000003</cx:pt>
          <cx:pt idx="548">416.15600000000001</cx:pt>
          <cx:pt idx="549">427.666</cx:pt>
          <cx:pt idx="550">416.80399999999997</cx:pt>
          <cx:pt idx="551">332.74000000000001</cx:pt>
          <cx:pt idx="552">404.77499999999998</cx:pt>
          <cx:pt idx="553">380.62299999999999</cx:pt>
          <cx:pt idx="554">397.91500000000002</cx:pt>
          <cx:pt idx="555">425.15499999999997</cx:pt>
          <cx:pt idx="556">397.44499999999999</cx:pt>
          <cx:pt idx="557">359.48599999999999</cx:pt>
          <cx:pt idx="558">402.01600000000002</cx:pt>
          <cx:pt idx="559">307.63900000000001</cx:pt>
          <cx:pt idx="560">320.72800000000001</cx:pt>
          <cx:pt idx="561">351.976</cx:pt>
          <cx:pt idx="562">355.464</cx:pt>
          <cx:pt idx="563">522.64300000000003</cx:pt>
          <cx:pt idx="564">491.48899999999998</cx:pt>
          <cx:pt idx="565">343.36200000000002</cx:pt>
          <cx:pt idx="566">435.37299999999999</cx:pt>
          <cx:pt idx="567">509.81700000000001</cx:pt>
          <cx:pt idx="568">527.53300000000002</cx:pt>
          <cx:pt idx="569">282.904</cx:pt>
          <cx:pt idx="570">377.036</cx:pt>
          <cx:pt idx="571">343.18299999999999</cx:pt>
          <cx:pt idx="572">414.41500000000002</cx:pt>
          <cx:pt idx="573">493.548</cx:pt>
          <cx:pt idx="574">519.67700000000002</cx:pt>
          <cx:pt idx="575">508.82900000000001</cx:pt>
          <cx:pt idx="576">530.71699999999998</cx:pt>
          <cx:pt idx="577">420.23599999999999</cx:pt>
          <cx:pt idx="578">368.03100000000001</cx:pt>
          <cx:pt idx="579">523.57100000000003</cx:pt>
          <cx:pt idx="580">454.86700000000002</cx:pt>
          <cx:pt idx="581">287.73899999999998</cx:pt>
          <cx:pt idx="582">427.82600000000002</cx:pt>
          <cx:pt idx="583">308.37900000000002</cx:pt>
          <cx:pt idx="584">522.40499999999997</cx:pt>
          <cx:pt idx="585">376.846</cx:pt>
          <cx:pt idx="586">504.488</cx:pt>
          <cx:pt idx="587">592.40300000000002</cx:pt>
          <cx:pt idx="588">164.625</cx:pt>
          <cx:pt idx="589">394.80599999999998</cx:pt>
          <cx:pt idx="590">121.02</cx:pt>
          <cx:pt idx="591">387.66199999999998</cx:pt>
          <cx:pt idx="592">679.00400000000002</cx:pt>
          <cx:pt idx="593">562.58900000000006</cx:pt>
          <cx:pt idx="594">88.888000000000005</cx:pt>
          <cx:pt idx="595">570.40200000000004</cx:pt>
          <cx:pt idx="596">531.54600000000005</cx:pt>
          <cx:pt idx="597">431.48500000000001</cx:pt>
          <cx:pt idx="598">593.09500000000003</cx:pt>
          <cx:pt idx="599">463.55900000000003</cx:pt>
          <cx:pt idx="600">546.23500000000001</cx:pt>
          <cx:pt idx="601">625.92100000000005</cx:pt>
          <cx:pt idx="602">187.304</cx:pt>
          <cx:pt idx="603">609.09100000000001</cx:pt>
          <cx:pt idx="604">657.88599999999997</cx:pt>
          <cx:pt idx="605">466.75700000000001</cx:pt>
          <cx:pt idx="606">620.803</cx:pt>
          <cx:pt idx="607">369.99900000000002</cx:pt>
          <cx:pt idx="608">561.04999999999995</cx:pt>
          <cx:pt idx="609">660.61599999999999</cx:pt>
          <cx:pt idx="610">579.99699999999996</cx:pt>
          <cx:pt idx="611">562.34500000000003</cx:pt>
          <cx:pt idx="612">407.37900000000002</cx:pt>
          <cx:pt idx="613">663.80200000000002</cx:pt>
          <cx:pt idx="614">462.17399999999998</cx:pt>
          <cx:pt idx="615">704.38599999999997</cx:pt>
          <cx:pt idx="616">623.54700000000003</cx:pt>
          <cx:pt idx="617">710.57600000000002</cx:pt>
          <cx:pt idx="618">793.07799999999997</cx:pt>
          <cx:pt idx="619">740.77300000000002</cx:pt>
          <cx:pt idx="620">218.297</cx:pt>
          <cx:pt idx="621">788.45100000000002</cx:pt>
          <cx:pt idx="622">827.44799999999998</cx:pt>
          <cx:pt idx="623">470.09399999999999</cx:pt>
          <cx:pt idx="624">529.27999999999997</cx:pt>
          <cx:pt idx="625">696.476</cx:pt>
          <cx:pt idx="626">242.13900000000001</cx:pt>
          <cx:pt idx="627">877.31399999999996</cx:pt>
          <cx:pt idx="628">847.25800000000004</cx:pt>
          <cx:pt idx="629">724.08500000000004</cx:pt>
          <cx:pt idx="630">717.85699999999997</cx:pt>
          <cx:pt idx="631">625.21299999999997</cx:pt>
          <cx:pt idx="632">709.61099999999999</cx:pt>
          <cx:pt idx="633">756.82500000000005</cx:pt>
          <cx:pt idx="634">638.24800000000005</cx:pt>
          <cx:pt idx="635">481.298</cx:pt>
          <cx:pt idx="636">916.34799999999996</cx:pt>
          <cx:pt idx="637">707.45399999999995</cx:pt>
          <cx:pt idx="638">977.43200000000002</cx:pt>
          <cx:pt idx="639">695.77999999999997</cx:pt>
          <cx:pt idx="640">840.23000000000002</cx:pt>
          <cx:pt idx="641">794.71699999999998</cx:pt>
          <cx:pt idx="642">1051.588</cx:pt>
          <cx:pt idx="643">788.67999999999995</cx:pt>
          <cx:pt idx="644">1008.224</cx:pt>
          <cx:pt idx="645">785.70399999999995</cx:pt>
          <cx:pt idx="646">731.13699999999994</cx:pt>
          <cx:pt idx="647">741.35299999999995</cx:pt>
          <cx:pt idx="648">651.42499999999995</cx:pt>
          <cx:pt idx="649">936.49599999999998</cx:pt>
          <cx:pt idx="650">1153.672</cx:pt>
          <cx:pt idx="651">1240.971</cx:pt>
          <cx:pt idx="652">1168.646</cx:pt>
          <cx:pt idx="653">1069.55</cx:pt>
          <cx:pt idx="654">846.90999999999997</cx:pt>
          <cx:pt idx="655">540.43600000000004</cx:pt>
          <cx:pt idx="656">1257.1980000000001</cx:pt>
          <cx:pt idx="657">1091.048</cx:pt>
          <cx:pt idx="658">1375.4200000000001</cx:pt>
          <cx:pt idx="659">1244.0509999999999</cx:pt>
          <cx:pt idx="660">8385.1720000000005</cx:pt>
          <cx:pt idx="661">1329.5999999999999</cx:pt>
          <cx:pt idx="662">1419.3019999999999</cx:pt>
          <cx:pt idx="663">1170.884</cx:pt>
          <cx:pt idx="664">976.75199999999995</cx:pt>
          <cx:pt idx="665">1224.211</cx:pt>
          <cx:pt idx="666">1325.9459999999999</cx:pt>
          <cx:pt idx="667">1377.9549999999999</cx:pt>
          <cx:pt idx="668">1058.6020000000001</cx:pt>
          <cx:pt idx="669">1416.143</cx:pt>
          <cx:pt idx="670">1297.001</cx:pt>
          <cx:pt idx="671">1617.402</cx:pt>
          <cx:pt idx="672">1400.6420000000001</cx:pt>
          <cx:pt idx="673">1318.2929999999999</cx:pt>
          <cx:pt idx="674">1177.027</cx:pt>
          <cx:pt idx="675">1382.462</cx:pt>
          <cx:pt idx="676">1463.8689999999999</cx:pt>
          <cx:pt idx="677">1466.8119999999999</cx:pt>
          <cx:pt idx="678">1214.24</cx:pt>
          <cx:pt idx="679">1665.9590000000001</cx:pt>
          <cx:pt idx="680">1357.4739999999999</cx:pt>
          <cx:pt idx="681">1573.48</cx:pt>
          <cx:pt idx="682">1284.2329999999999</cx:pt>
          <cx:pt idx="683">1717.258</cx:pt>
          <cx:pt idx="684">1288.9059999999999</cx:pt>
          <cx:pt idx="685">1770.077</cx:pt>
          <cx:pt idx="686">1926.5909999999999</cx:pt>
          <cx:pt idx="687">2168.1790000000001</cx:pt>
          <cx:pt idx="688">1663.4059999999999</cx:pt>
          <cx:pt idx="689">653.58299999999997</cx:pt>
          <cx:pt idx="690">2207.116</cx:pt>
          <cx:pt idx="691">1354.454</cx:pt>
          <cx:pt idx="692">1402.075</cx:pt>
          <cx:pt idx="693">1958.2329999999999</cx:pt>
          <cx:pt idx="694">2001.2860000000001</cx:pt>
          <cx:pt idx="695">2176.011</cx:pt>
          <cx:pt idx="696">255.15799999999999</cx:pt>
          <cx:pt idx="697">2296.6329999999998</cx:pt>
          <cx:pt idx="698">1176.165</cx:pt>
          <cx:pt idx="699">2065.3130000000001</cx:pt>
          <cx:pt idx="700">2554.77</cx:pt>
          <cx:pt idx="701">1552.826</cx:pt>
          <cx:pt idx="702">1797.337</cx:pt>
          <cx:pt idx="703">620.90200000000004</cx:pt>
          <cx:pt idx="704">2137.3389999999999</cx:pt>
          <cx:pt idx="705">2560.3939999999998</cx:pt>
          <cx:pt idx="706">2849.8200000000002</cx:pt>
          <cx:pt idx="707">2983.5859999999998</cx:pt>
          <cx:pt idx="708">3199.991</cx:pt>
          <cx:pt idx="709">719.76999999999998</cx:pt>
          <cx:pt idx="710">2949.797</cx:pt>
          <cx:pt idx="711">3881.5250000000001</cx:pt>
          <cx:pt idx="712">2083.306</cx:pt>
          <cx:pt idx="713">1382.4069999999999</cx:pt>
          <cx:pt idx="714">3649.509</cx:pt>
          <cx:pt idx="715">2764.2739999999999</cx:pt>
          <cx:pt idx="716">4285.1779999999999</cx:pt>
          <cx:pt idx="717">4645.915</cx:pt>
          <cx:pt idx="718">2710.1700000000001</cx:pt>
          <cx:pt idx="719">2508.5650000000001</cx:pt>
          <cx:pt idx="720">2142.848</cx:pt>
          <cx:pt idx="721">3387.4479999999999</cx:pt>
          <cx:pt idx="722">4697.2939999999999</cx:pt>
          <cx:pt idx="723">5083.6580000000004</cx:pt>
          <cx:pt idx="724">4598.6170000000002</cx:pt>
          <cx:pt idx="725">3456.9969999999998</cx:pt>
          <cx:pt idx="726">3999.7269999999999</cx:pt>
          <cx:pt idx="727">5669.5140000000001</cx:pt>
          <cx:pt idx="728">8902.8340000000007</cx:pt>
          <cx:pt idx="729">3333.373</cx:pt>
          <cx:pt idx="730">4180.2740000000003</cx:pt>
          <cx:pt idx="731">8227.1540000000005</cx:pt>
          <cx:pt idx="732">2215.663</cx:pt>
          <cx:pt idx="733">5636.5479999999998</cx:pt>
          <cx:pt idx="734">14125.232</cx:pt>
          <cx:pt idx="735">1507.567</cx:pt>
          <cx:pt idx="736">530.86699999999996</cx:pt>
        </cx:lvl>
      </cx:numDim>
    </cx:data>
  </cx:chartData>
  <cx:chart>
    <cx:title pos="t" align="ctr" overlay="0">
      <cx:tx>
        <cx:txData>
          <cx:v>Volume</cx:v>
        </cx:txData>
      </cx:tx>
      <cx:txPr>
        <a:bodyPr spcFirstLastPara="1" vertOverflow="ellipsis" horzOverflow="overflow" wrap="square" lIns="0" tIns="0" rIns="0" bIns="0" anchor="ctr" anchorCtr="1"/>
        <a:lstStyle/>
        <a:p>
          <a:pPr algn="ctr" rtl="0">
            <a:defRPr/>
          </a:pPr>
          <a:r>
            <a:rPr lang="en-US" sz="1400" b="0" i="0" u="none" strike="noStrike" baseline="0">
              <a:solidFill>
                <a:sysClr val="windowText" lastClr="000000">
                  <a:lumMod val="65000"/>
                  <a:lumOff val="35000"/>
                </a:sysClr>
              </a:solidFill>
              <a:latin typeface="Aptos Narrow" panose="02110004020202020204"/>
            </a:rPr>
            <a:t>Volume</a:t>
          </a:r>
        </a:p>
      </cx:txPr>
    </cx:title>
    <cx:plotArea>
      <cx:plotAreaRegion>
        <cx:series layoutId="clusteredColumn" uniqueId="{44F7B89C-2BDB-448F-8611-B0F884F1C112}">
          <cx:tx>
            <cx:txData>
              <cx:f>'leave edited'!$C$1</cx:f>
              <cx:v>Volume (mm³)</cx:v>
            </cx:txData>
          </cx:tx>
          <cx:dataLabels/>
          <cx:dataId val="0"/>
          <cx:layoutPr>
            <cx:binning intervalClosed="r" underflow="0" overflow="3000">
              <cx:binCount val="30"/>
            </cx:binning>
          </cx:layoutPr>
        </cx:series>
      </cx:plotAreaRegion>
      <cx:axis id="0">
        <cx:catScaling gapWidth="0"/>
        <cx:tickLabels/>
        <cx:numFmt formatCode="#,##0" sourceLinked="0"/>
      </cx:axis>
      <cx:axis id="1">
        <cx:valScaling/>
        <cx:majorGridlines/>
        <cx:tickLabels/>
      </cx:axis>
    </cx:plotArea>
  </cx:chart>
</cx:chartSpace>
</file>

<file path=ppt/charts/chartEx2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numDim type="val">
        <cx:f>'no leave edited'!$C$2:$C$718</cx:f>
        <cx:lvl ptCount="717" formatCode="General">
          <cx:pt idx="0">2.7400000000000002</cx:pt>
          <cx:pt idx="1">16.777999999999999</cx:pt>
          <cx:pt idx="2">61.726999999999997</cx:pt>
          <cx:pt idx="3">12.289999999999999</cx:pt>
          <cx:pt idx="4">4.9560000000000004</cx:pt>
          <cx:pt idx="5">18.777999999999999</cx:pt>
          <cx:pt idx="6">14.282999999999999</cx:pt>
          <cx:pt idx="7">10.744</cx:pt>
          <cx:pt idx="8">17.359999999999999</cx:pt>
          <cx:pt idx="9">13.215999999999999</cx:pt>
          <cx:pt idx="10">25.218</cx:pt>
          <cx:pt idx="11">7.8810000000000002</cx:pt>
          <cx:pt idx="12">10.571999999999999</cx:pt>
          <cx:pt idx="13">11.151999999999999</cx:pt>
          <cx:pt idx="14">12.859</cx:pt>
          <cx:pt idx="15">61.067999999999998</cx:pt>
          <cx:pt idx="16">29.460999999999999</cx:pt>
          <cx:pt idx="17">24.933</cx:pt>
          <cx:pt idx="18">24.719999999999999</cx:pt>
          <cx:pt idx="19">13.09</cx:pt>
          <cx:pt idx="20">20.103999999999999</cx:pt>
          <cx:pt idx="21">26.724</cx:pt>
          <cx:pt idx="22">24.135999999999999</cx:pt>
          <cx:pt idx="23">12.109</cx:pt>
          <cx:pt idx="24">25.305</cx:pt>
          <cx:pt idx="25">18.645</cx:pt>
          <cx:pt idx="26">15.903</cx:pt>
          <cx:pt idx="27">19.613</cx:pt>
          <cx:pt idx="28">34.173999999999999</cx:pt>
          <cx:pt idx="29">33.274000000000001</cx:pt>
          <cx:pt idx="30">28.190999999999999</cx:pt>
          <cx:pt idx="31">7.2489999999999997</cx:pt>
          <cx:pt idx="32">12.478999999999999</cx:pt>
          <cx:pt idx="33">20.396000000000001</cx:pt>
          <cx:pt idx="34">89.057000000000002</cx:pt>
          <cx:pt idx="35">48.570999999999998</cx:pt>
          <cx:pt idx="36">39.753</cx:pt>
          <cx:pt idx="37">15.375999999999999</cx:pt>
          <cx:pt idx="38">22.783999999999999</cx:pt>
          <cx:pt idx="39">34.753</cx:pt>
          <cx:pt idx="40">23.710000000000001</cx:pt>
          <cx:pt idx="41">29.763999999999999</cx:pt>
          <cx:pt idx="42">29.408000000000001</cx:pt>
          <cx:pt idx="43">17.870000000000001</cx:pt>
          <cx:pt idx="44">67.638999999999996</cx:pt>
          <cx:pt idx="45">30.227</cx:pt>
          <cx:pt idx="46">230.84</cx:pt>
          <cx:pt idx="47">121.755</cx:pt>
          <cx:pt idx="48">6.6100000000000003</cx:pt>
          <cx:pt idx="49">34.871000000000002</cx:pt>
          <cx:pt idx="50">17.707999999999998</cx:pt>
          <cx:pt idx="51">31.222000000000001</cx:pt>
          <cx:pt idx="52">24.946000000000002</cx:pt>
          <cx:pt idx="53">6.6379999999999999</cx:pt>
          <cx:pt idx="54">26.994</cx:pt>
          <cx:pt idx="55">34.279000000000003</cx:pt>
          <cx:pt idx="56">29.295000000000002</cx:pt>
          <cx:pt idx="57">22.065999999999999</cx:pt>
          <cx:pt idx="58">20.280000000000001</cx:pt>
          <cx:pt idx="59">37.734000000000002</cx:pt>
          <cx:pt idx="60">16.763000000000002</cx:pt>
          <cx:pt idx="61">18.274000000000001</cx:pt>
          <cx:pt idx="62">24.420000000000002</cx:pt>
          <cx:pt idx="63">33.039999999999999</cx:pt>
          <cx:pt idx="64">25.655999999999999</cx:pt>
          <cx:pt idx="65">31.933</cx:pt>
          <cx:pt idx="66">33.073</cx:pt>
          <cx:pt idx="67">40.566000000000003</cx:pt>
          <cx:pt idx="68">47.884999999999998</cx:pt>
          <cx:pt idx="69">35.533999999999999</cx:pt>
          <cx:pt idx="70">27.260999999999999</cx:pt>
          <cx:pt idx="71">55.774999999999999</cx:pt>
          <cx:pt idx="72">37.542000000000002</cx:pt>
          <cx:pt idx="73">66.590999999999994</cx:pt>
          <cx:pt idx="74">36.451999999999998</cx:pt>
          <cx:pt idx="75">41.877000000000002</cx:pt>
          <cx:pt idx="76">26.277000000000001</cx:pt>
          <cx:pt idx="77">26.332999999999998</cx:pt>
          <cx:pt idx="78">25.204000000000001</cx:pt>
          <cx:pt idx="79">58.619999999999997</cx:pt>
          <cx:pt idx="80">39.951000000000001</cx:pt>
          <cx:pt idx="81">32.707999999999998</cx:pt>
          <cx:pt idx="82">24.681000000000001</cx:pt>
          <cx:pt idx="83">34.889000000000003</cx:pt>
          <cx:pt idx="84">25.259</cx:pt>
          <cx:pt idx="85">36.713999999999999</cx:pt>
          <cx:pt idx="86">43.920000000000002</cx:pt>
          <cx:pt idx="87">37.664999999999999</cx:pt>
          <cx:pt idx="88">37.674999999999997</cx:pt>
          <cx:pt idx="89">6.2489999999999997</cx:pt>
          <cx:pt idx="90">57.780000000000001</cx:pt>
          <cx:pt idx="91">0.77700000000000002</cx:pt>
          <cx:pt idx="92">88.033000000000001</cx:pt>
          <cx:pt idx="93">48.741</cx:pt>
          <cx:pt idx="94">44.435000000000002</cx:pt>
          <cx:pt idx="95">42.719000000000001</cx:pt>
          <cx:pt idx="96">41.826000000000001</cx:pt>
          <cx:pt idx="97">65.867000000000004</cx:pt>
          <cx:pt idx="98">65.491</cx:pt>
          <cx:pt idx="99">58.465000000000003</cx:pt>
          <cx:pt idx="100">58.912999999999997</cx:pt>
          <cx:pt idx="101">19.879999999999999</cx:pt>
          <cx:pt idx="102">44.215000000000003</cx:pt>
          <cx:pt idx="103">54.188000000000002</cx:pt>
          <cx:pt idx="104">55.545000000000002</cx:pt>
          <cx:pt idx="105">41.713000000000001</cx:pt>
          <cx:pt idx="106">64.263999999999996</cx:pt>
          <cx:pt idx="107">64.004999999999995</cx:pt>
          <cx:pt idx="108">37.332999999999998</cx:pt>
          <cx:pt idx="109">14.157</cx:pt>
          <cx:pt idx="110">41.234999999999999</cx:pt>
          <cx:pt idx="111">57.308999999999997</cx:pt>
          <cx:pt idx="112">36.402999999999999</cx:pt>
          <cx:pt idx="113">45.046999999999997</cx:pt>
          <cx:pt idx="114">21.135000000000002</cx:pt>
          <cx:pt idx="115">60.32</cx:pt>
          <cx:pt idx="116">22.558</cx:pt>
          <cx:pt idx="117">59.262999999999998</cx:pt>
          <cx:pt idx="118">62.534999999999997</cx:pt>
          <cx:pt idx="119">63.997999999999998</cx:pt>
          <cx:pt idx="120">46.106999999999999</cx:pt>
          <cx:pt idx="121">71.591999999999999</cx:pt>
          <cx:pt idx="122">1.335</cx:pt>
          <cx:pt idx="123">51.076000000000001</cx:pt>
          <cx:pt idx="124">46.465000000000003</cx:pt>
          <cx:pt idx="125">72.769000000000005</cx:pt>
          <cx:pt idx="126">58.164999999999999</cx:pt>
          <cx:pt idx="127">68.870999999999995</cx:pt>
          <cx:pt idx="128">14.601000000000001</cx:pt>
          <cx:pt idx="129">86.084999999999994</cx:pt>
          <cx:pt idx="130">88.787000000000006</cx:pt>
          <cx:pt idx="131">58.343000000000004</cx:pt>
          <cx:pt idx="132">64.254999999999995</cx:pt>
          <cx:pt idx="133">59.259</cx:pt>
          <cx:pt idx="134">5.6139999999999999</cx:pt>
          <cx:pt idx="135">51.357999999999997</cx:pt>
          <cx:pt idx="136">45.308999999999997</cx:pt>
          <cx:pt idx="137">89.513000000000005</cx:pt>
          <cx:pt idx="138">29.440000000000001</cx:pt>
          <cx:pt idx="139">80.025999999999996</cx:pt>
          <cx:pt idx="140">67.305999999999997</cx:pt>
          <cx:pt idx="141">75.013000000000005</cx:pt>
          <cx:pt idx="142">90.593000000000004</cx:pt>
          <cx:pt idx="143">48.012</cx:pt>
          <cx:pt idx="144">73.213999999999999</cx:pt>
          <cx:pt idx="145">82.326999999999998</cx:pt>
          <cx:pt idx="146">69.263000000000005</cx:pt>
          <cx:pt idx="147">53.021999999999998</cx:pt>
          <cx:pt idx="148">106.926</cx:pt>
          <cx:pt idx="149">59.256999999999998</cx:pt>
          <cx:pt idx="150">71.204999999999998</cx:pt>
          <cx:pt idx="151">43.942</cx:pt>
          <cx:pt idx="152">72.608000000000004</cx:pt>
          <cx:pt idx="153">65.215000000000003</cx:pt>
          <cx:pt idx="154">63.776000000000003</cx:pt>
          <cx:pt idx="155">93.914000000000001</cx:pt>
          <cx:pt idx="156">71.244</cx:pt>
          <cx:pt idx="157">82.778000000000006</cx:pt>
          <cx:pt idx="158">54.530999999999999</cx:pt>
          <cx:pt idx="159">74.301000000000002</cx:pt>
          <cx:pt idx="160">88.852999999999994</cx:pt>
          <cx:pt idx="161">59.786999999999999</cx:pt>
          <cx:pt idx="162">45.725999999999999</cx:pt>
          <cx:pt idx="163">52.127000000000002</cx:pt>
          <cx:pt idx="164">55.183</cx:pt>
          <cx:pt idx="165">79.415000000000006</cx:pt>
          <cx:pt idx="166">83.290000000000006</cx:pt>
          <cx:pt idx="167">69.584999999999994</cx:pt>
          <cx:pt idx="168">76.135999999999996</cx:pt>
          <cx:pt idx="169">91.965999999999994</cx:pt>
          <cx:pt idx="170">92.638000000000005</cx:pt>
          <cx:pt idx="171">74.609999999999999</cx:pt>
          <cx:pt idx="172">94.567999999999998</cx:pt>
          <cx:pt idx="173">81.576999999999998</cx:pt>
          <cx:pt idx="174">122.81999999999999</cx:pt>
          <cx:pt idx="175">61.488999999999997</cx:pt>
          <cx:pt idx="176">87.620999999999995</cx:pt>
          <cx:pt idx="177">62.613999999999997</cx:pt>
          <cx:pt idx="178">64.694000000000003</cx:pt>
          <cx:pt idx="179">88.015000000000001</cx:pt>
          <cx:pt idx="180">100.93000000000001</cx:pt>
          <cx:pt idx="181">89.138000000000005</cx:pt>
          <cx:pt idx="182">64.332999999999998</cx:pt>
          <cx:pt idx="183">84.165000000000006</cx:pt>
          <cx:pt idx="184">37.316000000000003</cx:pt>
          <cx:pt idx="185">36.429000000000002</cx:pt>
          <cx:pt idx="186">18.399000000000001</cx:pt>
          <cx:pt idx="187">44.841000000000001</cx:pt>
          <cx:pt idx="188">107.806</cx:pt>
          <cx:pt idx="189">35.637</cx:pt>
          <cx:pt idx="190">107.292</cx:pt>
          <cx:pt idx="191">84.561999999999998</cx:pt>
          <cx:pt idx="192">2.9580000000000002</cx:pt>
          <cx:pt idx="193">78.337999999999994</cx:pt>
          <cx:pt idx="194">115.044</cx:pt>
          <cx:pt idx="195">109.755</cx:pt>
          <cx:pt idx="196">74.063999999999993</cx:pt>
          <cx:pt idx="197">88.738</cx:pt>
          <cx:pt idx="198">160.31200000000001</cx:pt>
          <cx:pt idx="199">70.912000000000006</cx:pt>
          <cx:pt idx="200">83.275999999999996</cx:pt>
          <cx:pt idx="201">73.322000000000003</cx:pt>
          <cx:pt idx="202">78.953000000000003</cx:pt>
          <cx:pt idx="203">72.352000000000004</cx:pt>
          <cx:pt idx="204">124.05800000000001</cx:pt>
          <cx:pt idx="205">64.114999999999995</cx:pt>
          <cx:pt idx="206">97.001999999999995</cx:pt>
          <cx:pt idx="207">66.168999999999997</cx:pt>
          <cx:pt idx="208">90.644999999999996</cx:pt>
          <cx:pt idx="209">106.429</cx:pt>
          <cx:pt idx="210">89.721000000000004</cx:pt>
          <cx:pt idx="211">88.823999999999998</cx:pt>
          <cx:pt idx="212">89.323999999999998</cx:pt>
          <cx:pt idx="213">73.388999999999996</cx:pt>
          <cx:pt idx="214">91.799000000000007</cx:pt>
          <cx:pt idx="215">79.704999999999998</cx:pt>
          <cx:pt idx="216">97.581999999999994</cx:pt>
          <cx:pt idx="217">56.838000000000001</cx:pt>
          <cx:pt idx="218">119.765</cx:pt>
          <cx:pt idx="219">91.022000000000006</cx:pt>
          <cx:pt idx="220">121.749</cx:pt>
          <cx:pt idx="221">96.539000000000001</cx:pt>
          <cx:pt idx="222">115.44199999999999</cx:pt>
          <cx:pt idx="223">91.695999999999998</cx:pt>
          <cx:pt idx="224">90.879000000000005</cx:pt>
          <cx:pt idx="225">106.268</cx:pt>
          <cx:pt idx="226">96.694999999999993</cx:pt>
          <cx:pt idx="227">30.077999999999999</cx:pt>
          <cx:pt idx="228">24.623999999999999</cx:pt>
          <cx:pt idx="229">93.525999999999996</cx:pt>
          <cx:pt idx="230">116.437</cx:pt>
          <cx:pt idx="231">92.382999999999996</cx:pt>
          <cx:pt idx="232">66.388999999999996</cx:pt>
          <cx:pt idx="233">113.83799999999999</cx:pt>
          <cx:pt idx="234">97.037999999999997</cx:pt>
          <cx:pt idx="235">44.667000000000002</cx:pt>
          <cx:pt idx="236">116.288</cx:pt>
          <cx:pt idx="237">63.920000000000002</cx:pt>
          <cx:pt idx="238">81.906000000000006</cx:pt>
          <cx:pt idx="239">96.040999999999997</cx:pt>
          <cx:pt idx="240">83.119</cx:pt>
          <cx:pt idx="241">78.588999999999999</cx:pt>
          <cx:pt idx="242">91.724999999999994</cx:pt>
          <cx:pt idx="243">105.42</cx:pt>
          <cx:pt idx="244">89.103999999999999</cx:pt>
          <cx:pt idx="245">82.683000000000007</cx:pt>
          <cx:pt idx="246">118.971</cx:pt>
          <cx:pt idx="247">127.05800000000001</cx:pt>
          <cx:pt idx="248">113.05500000000001</cx:pt>
          <cx:pt idx="249">62.279000000000003</cx:pt>
          <cx:pt idx="250">176.07300000000001</cx:pt>
          <cx:pt idx="251">114.429</cx:pt>
          <cx:pt idx="252">143.25800000000001</cx:pt>
          <cx:pt idx="253">60.402000000000001</cx:pt>
          <cx:pt idx="254">83.820999999999998</cx:pt>
          <cx:pt idx="255">128.08600000000001</cx:pt>
          <cx:pt idx="256">138.916</cx:pt>
          <cx:pt idx="257">109.22</cx:pt>
          <cx:pt idx="258">70.102000000000004</cx:pt>
          <cx:pt idx="259">150.095</cx:pt>
          <cx:pt idx="260">68.807000000000002</cx:pt>
          <cx:pt idx="261">141.61500000000001</cx:pt>
          <cx:pt idx="262">90.670000000000002</cx:pt>
          <cx:pt idx="263">88.066999999999993</cx:pt>
          <cx:pt idx="264">108.712</cx:pt>
          <cx:pt idx="265">100.233</cx:pt>
          <cx:pt idx="266">45.055</cx:pt>
          <cx:pt idx="267">120.277</cx:pt>
          <cx:pt idx="268">135.32400000000001</cx:pt>
          <cx:pt idx="269">138.86799999999999</cx:pt>
          <cx:pt idx="270">78.364000000000004</cx:pt>
          <cx:pt idx="271">96.754000000000005</cx:pt>
          <cx:pt idx="272">86.706999999999994</cx:pt>
          <cx:pt idx="273">135.55000000000001</cx:pt>
          <cx:pt idx="274">79.992999999999995</cx:pt>
          <cx:pt idx="275">137.303</cx:pt>
          <cx:pt idx="276">134.959</cx:pt>
          <cx:pt idx="277">91.522999999999996</cx:pt>
          <cx:pt idx="278">128.53100000000001</cx:pt>
          <cx:pt idx="279">100.79000000000001</cx:pt>
          <cx:pt idx="280">101.334</cx:pt>
          <cx:pt idx="281">98.405000000000001</cx:pt>
          <cx:pt idx="282">120.476</cx:pt>
          <cx:pt idx="283">127.48699999999999</cx:pt>
          <cx:pt idx="284">143.96199999999999</cx:pt>
          <cx:pt idx="285">97.003</cx:pt>
          <cx:pt idx="286">125.652</cx:pt>
          <cx:pt idx="287">72.573999999999998</cx:pt>
          <cx:pt idx="288">132.09800000000001</cx:pt>
          <cx:pt idx="289">138.977</cx:pt>
          <cx:pt idx="290">114.392</cx:pt>
          <cx:pt idx="291">119.386</cx:pt>
          <cx:pt idx="292">144.11500000000001</cx:pt>
          <cx:pt idx="293">175.86500000000001</cx:pt>
          <cx:pt idx="294">60.832000000000001</cx:pt>
          <cx:pt idx="295">116.642</cx:pt>
          <cx:pt idx="296">117.175</cx:pt>
          <cx:pt idx="297">73.486999999999995</cx:pt>
          <cx:pt idx="298">100</cx:pt>
          <cx:pt idx="299">183.11500000000001</cx:pt>
          <cx:pt idx="300">100.44799999999999</cx:pt>
          <cx:pt idx="301">139.14400000000001</cx:pt>
          <cx:pt idx="302">113.812</cx:pt>
          <cx:pt idx="303">149.28800000000001</cx:pt>
          <cx:pt idx="304">140.642</cx:pt>
          <cx:pt idx="305">166.12</cx:pt>
          <cx:pt idx="306">203.67500000000001</cx:pt>
          <cx:pt idx="307">89.906999999999996</cx:pt>
          <cx:pt idx="308">150.20599999999999</cx:pt>
          <cx:pt idx="309">104.63500000000001</cx:pt>
          <cx:pt idx="310">122.79300000000001</cx:pt>
          <cx:pt idx="311">155.149</cx:pt>
          <cx:pt idx="312">96.591999999999999</cx:pt>
          <cx:pt idx="313">102.589</cx:pt>
          <cx:pt idx="314">96.703999999999994</cx:pt>
          <cx:pt idx="315">159.17500000000001</cx:pt>
          <cx:pt idx="316">129.64699999999999</cx:pt>
          <cx:pt idx="317">227.30500000000001</cx:pt>
          <cx:pt idx="318">187.46299999999999</cx:pt>
          <cx:pt idx="319">159.07900000000001</cx:pt>
          <cx:pt idx="320">152.61000000000001</cx:pt>
          <cx:pt idx="321">143.09299999999999</cx:pt>
          <cx:pt idx="322">161.87100000000001</cx:pt>
          <cx:pt idx="323">130.53</cx:pt>
          <cx:pt idx="324">163.845</cx:pt>
          <cx:pt idx="325">45.020000000000003</cx:pt>
          <cx:pt idx="326">111.523</cx:pt>
          <cx:pt idx="327">158.34299999999999</cx:pt>
          <cx:pt idx="328">185.90799999999999</cx:pt>
          <cx:pt idx="329">76.498999999999995</cx:pt>
          <cx:pt idx="330">116.715</cx:pt>
          <cx:pt idx="331">182.53299999999999</cx:pt>
          <cx:pt idx="332">205.93799999999999</cx:pt>
          <cx:pt idx="333">158.292</cx:pt>
          <cx:pt idx="334">215.393</cx:pt>
          <cx:pt idx="335">161.607</cx:pt>
          <cx:pt idx="336">148.26300000000001</cx:pt>
          <cx:pt idx="337">189.68100000000001</cx:pt>
          <cx:pt idx="338">186.15899999999999</cx:pt>
          <cx:pt idx="339">134.26300000000001</cx:pt>
          <cx:pt idx="340">103.977</cx:pt>
          <cx:pt idx="341">210.77199999999999</cx:pt>
          <cx:pt idx="342">131.16800000000001</cx:pt>
          <cx:pt idx="343">192.322</cx:pt>
          <cx:pt idx="344">197.64400000000001</cx:pt>
          <cx:pt idx="345">137.19200000000001</cx:pt>
          <cx:pt idx="346">214.625</cx:pt>
          <cx:pt idx="347">163.59999999999999</cx:pt>
          <cx:pt idx="348">185.42599999999999</cx:pt>
          <cx:pt idx="349">180.965</cx:pt>
          <cx:pt idx="350">146.46799999999999</cx:pt>
          <cx:pt idx="351">190.44</cx:pt>
          <cx:pt idx="352">177.548</cx:pt>
          <cx:pt idx="353">261.05399999999997</cx:pt>
          <cx:pt idx="354">167.52600000000001</cx:pt>
          <cx:pt idx="355">160.30199999999999</cx:pt>
          <cx:pt idx="356">175.80799999999999</cx:pt>
          <cx:pt idx="357">195.63900000000001</cx:pt>
          <cx:pt idx="358">141.273</cx:pt>
          <cx:pt idx="359">200.655</cx:pt>
          <cx:pt idx="360">216.44</cx:pt>
          <cx:pt idx="361">186.40100000000001</cx:pt>
          <cx:pt idx="362">159.92599999999999</cx:pt>
          <cx:pt idx="363">202.85300000000001</cx:pt>
          <cx:pt idx="364">188.48400000000001</cx:pt>
          <cx:pt idx="365">144.97200000000001</cx:pt>
          <cx:pt idx="366">237.87700000000001</cx:pt>
          <cx:pt idx="367">131.82499999999999</cx:pt>
          <cx:pt idx="368">166.00800000000001</cx:pt>
          <cx:pt idx="369">169.53800000000001</cx:pt>
          <cx:pt idx="370">164.857</cx:pt>
          <cx:pt idx="371">184.27000000000001</cx:pt>
          <cx:pt idx="372">181.453</cx:pt>
          <cx:pt idx="373">154.81399999999999</cx:pt>
          <cx:pt idx="374">245.91300000000001</cx:pt>
          <cx:pt idx="375">211.405</cx:pt>
          <cx:pt idx="376">206.155</cx:pt>
          <cx:pt idx="377">250.977</cx:pt>
          <cx:pt idx="378">204.512</cx:pt>
          <cx:pt idx="379">187.18899999999999</cx:pt>
          <cx:pt idx="380">203.77600000000001</cx:pt>
          <cx:pt idx="381">262.05399999999997</cx:pt>
          <cx:pt idx="382">160.131</cx:pt>
          <cx:pt idx="383">248.42599999999999</cx:pt>
          <cx:pt idx="384">213.34399999999999</cx:pt>
          <cx:pt idx="385">145.49100000000001</cx:pt>
          <cx:pt idx="386">203.15100000000001</cx:pt>
          <cx:pt idx="387">169.26499999999999</cx:pt>
          <cx:pt idx="388">171.548</cx:pt>
          <cx:pt idx="389">267.60599999999999</cx:pt>
          <cx:pt idx="390">34.691000000000003</cx:pt>
          <cx:pt idx="391">176.30099999999999</cx:pt>
          <cx:pt idx="392">268.31900000000002</cx:pt>
          <cx:pt idx="393">181.804</cx:pt>
          <cx:pt idx="394">174.47</cx:pt>
          <cx:pt idx="395">164.77500000000001</cx:pt>
          <cx:pt idx="396">157.24000000000001</cx:pt>
          <cx:pt idx="397">248.25</cx:pt>
          <cx:pt idx="398">219.131</cx:pt>
          <cx:pt idx="399">264.96300000000002</cx:pt>
          <cx:pt idx="400">192.37100000000001</cx:pt>
          <cx:pt idx="401">219.405</cx:pt>
          <cx:pt idx="402">207.00399999999999</cx:pt>
          <cx:pt idx="403">180.96000000000001</cx:pt>
          <cx:pt idx="404">228.60900000000001</cx:pt>
          <cx:pt idx="405">203.005</cx:pt>
          <cx:pt idx="406">228.84299999999999</cx:pt>
          <cx:pt idx="407">214.785</cx:pt>
          <cx:pt idx="408">198.619</cx:pt>
          <cx:pt idx="409">224.05000000000001</cx:pt>
          <cx:pt idx="410">297.69600000000003</cx:pt>
          <cx:pt idx="411">102.345</cx:pt>
          <cx:pt idx="412">224.845</cx:pt>
          <cx:pt idx="413">179.803</cx:pt>
          <cx:pt idx="414">231.06299999999999</cx:pt>
          <cx:pt idx="415">284.11599999999999</cx:pt>
          <cx:pt idx="416">281.35199999999998</cx:pt>
          <cx:pt idx="417">216.006</cx:pt>
          <cx:pt idx="418">317.233</cx:pt>
          <cx:pt idx="419">333.91699999999997</cx:pt>
          <cx:pt idx="420">209.73099999999999</cx:pt>
          <cx:pt idx="421">256.94900000000001</cx:pt>
          <cx:pt idx="422">232.178</cx:pt>
          <cx:pt idx="423">264.50900000000001</cx:pt>
          <cx:pt idx="424">224.99299999999999</cx:pt>
          <cx:pt idx="425">289.70800000000003</cx:pt>
          <cx:pt idx="426">299.91800000000001</cx:pt>
          <cx:pt idx="427">213.767</cx:pt>
          <cx:pt idx="428">224.399</cx:pt>
          <cx:pt idx="429">217.511</cx:pt>
          <cx:pt idx="430">316.98200000000003</cx:pt>
          <cx:pt idx="431">293.93400000000003</cx:pt>
          <cx:pt idx="432">254.90199999999999</cx:pt>
          <cx:pt idx="433">432.012</cx:pt>
          <cx:pt idx="434">261.47300000000001</cx:pt>
          <cx:pt idx="435">184.88399999999999</cx:pt>
          <cx:pt idx="436">278.61200000000002</cx:pt>
          <cx:pt idx="437">269.23000000000002</cx:pt>
          <cx:pt idx="438">276.55000000000001</cx:pt>
          <cx:pt idx="439">224.78399999999999</cx:pt>
          <cx:pt idx="440">159.684</cx:pt>
          <cx:pt idx="441">283.18799999999999</cx:pt>
          <cx:pt idx="442">184.56399999999999</cx:pt>
          <cx:pt idx="443">263.233</cx:pt>
          <cx:pt idx="444">290.185</cx:pt>
          <cx:pt idx="445">454.75799999999998</cx:pt>
          <cx:pt idx="446">255.23500000000001</cx:pt>
          <cx:pt idx="447">317.30799999999999</cx:pt>
          <cx:pt idx="448">214.54400000000001</cx:pt>
          <cx:pt idx="449">238.80699999999999</cx:pt>
          <cx:pt idx="450">114.871</cx:pt>
          <cx:pt idx="451">223.76900000000001</cx:pt>
          <cx:pt idx="452">344.62099999999998</cx:pt>
          <cx:pt idx="453">200.624</cx:pt>
          <cx:pt idx="454">271.93599999999998</cx:pt>
          <cx:pt idx="455">314.94799999999998</cx:pt>
          <cx:pt idx="456">643.45799999999997</cx:pt>
          <cx:pt idx="457">409.82600000000002</cx:pt>
          <cx:pt idx="458">321.05799999999999</cx:pt>
          <cx:pt idx="459">122.342</cx:pt>
          <cx:pt idx="460">302.53100000000001</cx:pt>
          <cx:pt idx="461">344.88099999999997</cx:pt>
          <cx:pt idx="462">307.99400000000003</cx:pt>
          <cx:pt idx="463">284.38099999999997</cx:pt>
          <cx:pt idx="464">367.20100000000002</cx:pt>
          <cx:pt idx="465">377.27100000000002</cx:pt>
          <cx:pt idx="466">327.49400000000003</cx:pt>
          <cx:pt idx="467">281.459</cx:pt>
          <cx:pt idx="468">325.57600000000002</cx:pt>
          <cx:pt idx="469">321.49599999999998</cx:pt>
          <cx:pt idx="470">418.86000000000001</cx:pt>
          <cx:pt idx="471">310.976</cx:pt>
          <cx:pt idx="472">248.851</cx:pt>
          <cx:pt idx="473">342.245</cx:pt>
          <cx:pt idx="474">341.17200000000003</cx:pt>
          <cx:pt idx="475">213.55099999999999</cx:pt>
          <cx:pt idx="476">190.03999999999999</cx:pt>
          <cx:pt idx="477">288.73399999999998</cx:pt>
          <cx:pt idx="478">338.99900000000002</cx:pt>
          <cx:pt idx="479">331.36599999999999</cx:pt>
          <cx:pt idx="480">368.83100000000002</cx:pt>
          <cx:pt idx="481">356.28399999999999</cx:pt>
          <cx:pt idx="482">374.16399999999999</cx:pt>
          <cx:pt idx="483">288.64499999999998</cx:pt>
          <cx:pt idx="484">143.297</cx:pt>
          <cx:pt idx="485">364.99599999999998</cx:pt>
          <cx:pt idx="486">319.78800000000001</cx:pt>
          <cx:pt idx="487">314.41300000000001</cx:pt>
          <cx:pt idx="488">387.00599999999997</cx:pt>
          <cx:pt idx="489">501.50099999999998</cx:pt>
          <cx:pt idx="490">303.64999999999998</cx:pt>
          <cx:pt idx="491">369.75299999999999</cx:pt>
          <cx:pt idx="492">307.185</cx:pt>
          <cx:pt idx="493">283.976</cx:pt>
          <cx:pt idx="494">346.435</cx:pt>
          <cx:pt idx="495">322.26400000000001</cx:pt>
          <cx:pt idx="496">278.358</cx:pt>
          <cx:pt idx="497">458.50099999999998</cx:pt>
          <cx:pt idx="498">159.357</cx:pt>
          <cx:pt idx="499">325.899</cx:pt>
          <cx:pt idx="500">423.96899999999999</cx:pt>
          <cx:pt idx="501">274.721</cx:pt>
          <cx:pt idx="502">268.85399999999998</cx:pt>
          <cx:pt idx="503">183.43700000000001</cx:pt>
          <cx:pt idx="504">273.62</cx:pt>
          <cx:pt idx="505">404.18799999999999</cx:pt>
          <cx:pt idx="506">407.95100000000002</cx:pt>
          <cx:pt idx="507">395.976</cx:pt>
          <cx:pt idx="508">442.13900000000001</cx:pt>
          <cx:pt idx="509">392.56299999999999</cx:pt>
          <cx:pt idx="510">460.20499999999998</cx:pt>
          <cx:pt idx="511">522.18100000000004</cx:pt>
          <cx:pt idx="512">451.899</cx:pt>
          <cx:pt idx="513">201.126</cx:pt>
          <cx:pt idx="514">380.68200000000002</cx:pt>
          <cx:pt idx="515">424.74400000000003</cx:pt>
          <cx:pt idx="516">428.846</cx:pt>
          <cx:pt idx="517">472.61700000000002</cx:pt>
          <cx:pt idx="518">282.50799999999998</cx:pt>
          <cx:pt idx="519">510.339</cx:pt>
          <cx:pt idx="520">506.59199999999998</cx:pt>
          <cx:pt idx="521">397.96100000000001</cx:pt>
          <cx:pt idx="522">577.69399999999996</cx:pt>
          <cx:pt idx="523">528.03399999999999</cx:pt>
          <cx:pt idx="524">433.48399999999998</cx:pt>
          <cx:pt idx="525">420.81599999999997</cx:pt>
          <cx:pt idx="526">504.34899999999999</cx:pt>
          <cx:pt idx="527">489.85399999999998</cx:pt>
          <cx:pt idx="528">410.75200000000001</cx:pt>
          <cx:pt idx="529">384.17700000000002</cx:pt>
          <cx:pt idx="530">474.05599999999998</cx:pt>
          <cx:pt idx="531">509.041</cx:pt>
          <cx:pt idx="532">548.40899999999999</cx:pt>
          <cx:pt idx="533">431.11700000000002</cx:pt>
          <cx:pt idx="534">542.12</cx:pt>
          <cx:pt idx="535">438.79399999999998</cx:pt>
          <cx:pt idx="536">540.25300000000004</cx:pt>
          <cx:pt idx="537">489.10399999999998</cx:pt>
          <cx:pt idx="538">486.11000000000001</cx:pt>
          <cx:pt idx="539">471.512</cx:pt>
          <cx:pt idx="540">319.98099999999999</cx:pt>
          <cx:pt idx="541">487.916</cx:pt>
          <cx:pt idx="542">591.87800000000004</cx:pt>
          <cx:pt idx="543">537.596</cx:pt>
          <cx:pt idx="544">192.999</cx:pt>
          <cx:pt idx="545">498.03399999999999</cx:pt>
          <cx:pt idx="546">385.14699999999999</cx:pt>
          <cx:pt idx="547">370.44</cx:pt>
          <cx:pt idx="548">430.81400000000002</cx:pt>
          <cx:pt idx="549">444.73599999999999</cx:pt>
          <cx:pt idx="550">586.66399999999999</cx:pt>
          <cx:pt idx="551">492.28800000000001</cx:pt>
          <cx:pt idx="552">515.71199999999999</cx:pt>
          <cx:pt idx="553">556.87599999999998</cx:pt>
          <cx:pt idx="554">516.245</cx:pt>
          <cx:pt idx="555">549.13599999999997</cx:pt>
          <cx:pt idx="556">425.52600000000001</cx:pt>
          <cx:pt idx="557">694.00199999999995</cx:pt>
          <cx:pt idx="558">340.09300000000002</cx:pt>
          <cx:pt idx="559">441.11900000000003</cx:pt>
          <cx:pt idx="560">535.404</cx:pt>
          <cx:pt idx="561">219.179</cx:pt>
          <cx:pt idx="562">523.21799999999996</cx:pt>
          <cx:pt idx="563">645.803</cx:pt>
          <cx:pt idx="564">682.02200000000005</cx:pt>
          <cx:pt idx="565">490.61900000000003</cx:pt>
          <cx:pt idx="566">737.93700000000001</cx:pt>
          <cx:pt idx="567">566.48699999999997</cx:pt>
          <cx:pt idx="568">798.46000000000004</cx:pt>
          <cx:pt idx="569">608.23800000000006</cx:pt>
          <cx:pt idx="570">684.41700000000003</cx:pt>
          <cx:pt idx="571">677.85699999999997</cx:pt>
          <cx:pt idx="572">589.45299999999997</cx:pt>
          <cx:pt idx="573">740.63499999999999</cx:pt>
          <cx:pt idx="574">687.66499999999996</cx:pt>
          <cx:pt idx="575">596.78399999999999</cx:pt>
          <cx:pt idx="576">701.89800000000002</cx:pt>
          <cx:pt idx="577">827.005</cx:pt>
          <cx:pt idx="578">706.11099999999999</cx:pt>
          <cx:pt idx="579">672.25400000000002</cx:pt>
          <cx:pt idx="580">468.70299999999997</cx:pt>
          <cx:pt idx="581">897.73500000000001</cx:pt>
          <cx:pt idx="582">850.97900000000004</cx:pt>
          <cx:pt idx="583">886.83399999999995</cx:pt>
          <cx:pt idx="584">715.64099999999996</cx:pt>
          <cx:pt idx="585">671.45799999999997</cx:pt>
          <cx:pt idx="586">710.505</cx:pt>
          <cx:pt idx="587">615.78099999999995</cx:pt>
          <cx:pt idx="588">748.36000000000001</cx:pt>
          <cx:pt idx="589">726.15200000000004</cx:pt>
          <cx:pt idx="590">740.01999999999998</cx:pt>
          <cx:pt idx="591">663.30899999999997</cx:pt>
          <cx:pt idx="592">939.10699999999997</cx:pt>
          <cx:pt idx="593">72.890000000000001</cx:pt>
          <cx:pt idx="594">796.12900000000002</cx:pt>
          <cx:pt idx="595">755.60199999999998</cx:pt>
          <cx:pt idx="596">799.86599999999999</cx:pt>
          <cx:pt idx="597">882.423</cx:pt>
          <cx:pt idx="598">736.16700000000003</cx:pt>
          <cx:pt idx="599">887.15800000000002</cx:pt>
          <cx:pt idx="600">669.78499999999997</cx:pt>
          <cx:pt idx="601">690.88199999999995</cx:pt>
          <cx:pt idx="602">686.05399999999997</cx:pt>
          <cx:pt idx="603">830.92499999999995</cx:pt>
          <cx:pt idx="604">886.85000000000002</cx:pt>
          <cx:pt idx="605">535.07000000000005</cx:pt>
          <cx:pt idx="606">525.33500000000004</cx:pt>
          <cx:pt idx="607">902.774</cx:pt>
          <cx:pt idx="608">725.80200000000002</cx:pt>
          <cx:pt idx="609">749.63699999999994</cx:pt>
          <cx:pt idx="610">921.37099999999998</cx:pt>
          <cx:pt idx="611">1025.9390000000001</cx:pt>
          <cx:pt idx="612">487.81099999999998</cx:pt>
          <cx:pt idx="613">463.02100000000002</cx:pt>
          <cx:pt idx="614">1037.9290000000001</cx:pt>
          <cx:pt idx="615">1115.2380000000001</cx:pt>
          <cx:pt idx="616">1013.019</cx:pt>
          <cx:pt idx="617">1064.9770000000001</cx:pt>
          <cx:pt idx="618">1038.318</cx:pt>
          <cx:pt idx="619">1167.759</cx:pt>
          <cx:pt idx="620">463.32100000000003</cx:pt>
          <cx:pt idx="621">1250.655</cx:pt>
          <cx:pt idx="622">865.65800000000002</cx:pt>
          <cx:pt idx="623">505.24799999999999</cx:pt>
          <cx:pt idx="624">941.88999999999999</cx:pt>
          <cx:pt idx="625">980.303</cx:pt>
          <cx:pt idx="626">1115.6089999999999</cx:pt>
          <cx:pt idx="627">1146.8409999999999</cx:pt>
          <cx:pt idx="628">920.48800000000006</cx:pt>
          <cx:pt idx="629">1134.0989999999999</cx:pt>
          <cx:pt idx="630">1038.0840000000001</cx:pt>
          <cx:pt idx="631">191.827</cx:pt>
          <cx:pt idx="632">799.82000000000005</cx:pt>
          <cx:pt idx="633">648.86000000000001</cx:pt>
          <cx:pt idx="634">540.32600000000002</cx:pt>
          <cx:pt idx="635">1257.8430000000001</cx:pt>
          <cx:pt idx="636">1331.4939999999999</cx:pt>
          <cx:pt idx="637">1208.432</cx:pt>
          <cx:pt idx="638">336.88299999999998</cx:pt>
          <cx:pt idx="639">1216.1369999999999</cx:pt>
          <cx:pt idx="640">1235.787</cx:pt>
          <cx:pt idx="641">1286.319</cx:pt>
          <cx:pt idx="642">1143.789</cx:pt>
          <cx:pt idx="643">1209.991</cx:pt>
          <cx:pt idx="644">1328.1559999999999</cx:pt>
          <cx:pt idx="645">336.25900000000001</cx:pt>
          <cx:pt idx="646">1285.9480000000001</cx:pt>
          <cx:pt idx="647">1280.097</cx:pt>
          <cx:pt idx="648">1094.5509999999999</cx:pt>
          <cx:pt idx="649">1788.2170000000001</cx:pt>
          <cx:pt idx="650">1211.114</cx:pt>
          <cx:pt idx="651">715.67899999999997</cx:pt>
          <cx:pt idx="652">1498.203</cx:pt>
          <cx:pt idx="653">1431.6410000000001</cx:pt>
          <cx:pt idx="654">1008.21</cx:pt>
          <cx:pt idx="655">800.94600000000003</cx:pt>
          <cx:pt idx="656">1638.473</cx:pt>
          <cx:pt idx="657">1727.7719999999999</cx:pt>
          <cx:pt idx="658">1042.9780000000001</cx:pt>
          <cx:pt idx="659">1447.0070000000001</cx:pt>
          <cx:pt idx="660">1747.2059999999999</cx:pt>
          <cx:pt idx="661">1850.9970000000001</cx:pt>
          <cx:pt idx="662">1156.4739999999999</cx:pt>
          <cx:pt idx="663">857.17200000000003</cx:pt>
          <cx:pt idx="664">940.64300000000003</cx:pt>
          <cx:pt idx="665">1932.1099999999999</cx:pt>
          <cx:pt idx="666">155.113</cx:pt>
          <cx:pt idx="667">1134.278</cx:pt>
          <cx:pt idx="668">1192.9749999999999</cx:pt>
          <cx:pt idx="669">2378.5650000000001</cx:pt>
          <cx:pt idx="670">1225.6400000000001</cx:pt>
          <cx:pt idx="671">1998.4580000000001</cx:pt>
          <cx:pt idx="672">1118.8710000000001</cx:pt>
          <cx:pt idx="673">520.98800000000006</cx:pt>
          <cx:pt idx="674">1998.3320000000001</cx:pt>
          <cx:pt idx="675">1772.0609999999999</cx:pt>
          <cx:pt idx="676">2435.4789999999998</cx:pt>
          <cx:pt idx="677">2724.877</cx:pt>
          <cx:pt idx="678">2495.6370000000002</cx:pt>
          <cx:pt idx="679">1274.008</cx:pt>
          <cx:pt idx="680">1727.3440000000001</cx:pt>
          <cx:pt idx="681">2801.3220000000001</cx:pt>
          <cx:pt idx="682">858.29600000000005</cx:pt>
          <cx:pt idx="683">2254.8710000000001</cx:pt>
          <cx:pt idx="684">968.08299999999997</cx:pt>
          <cx:pt idx="685">2081.8319999999999</cx:pt>
          <cx:pt idx="686">3085.277</cx:pt>
          <cx:pt idx="687">1723.7249999999999</cx:pt>
          <cx:pt idx="688">803.76599999999996</cx:pt>
          <cx:pt idx="689">2064.1370000000002</cx:pt>
          <cx:pt idx="690">3755.5920000000001</cx:pt>
          <cx:pt idx="691">1393.585</cx:pt>
          <cx:pt idx="692">2303.471</cx:pt>
          <cx:pt idx="693">1532.7349999999999</cx:pt>
          <cx:pt idx="694">1145.0899999999999</cx:pt>
          <cx:pt idx="695">3998.444</cx:pt>
          <cx:pt idx="696">3071.413</cx:pt>
          <cx:pt idx="697">4067.9209999999998</cx:pt>
          <cx:pt idx="698">3328.8400000000001</cx:pt>
          <cx:pt idx="699">2280.4349999999999</cx:pt>
          <cx:pt idx="700">1753.5170000000001</cx:pt>
          <cx:pt idx="701">3706.3380000000002</cx:pt>
          <cx:pt idx="702">1221.3510000000001</cx:pt>
          <cx:pt idx="703">2336.558</cx:pt>
          <cx:pt idx="704">4194.652</cx:pt>
          <cx:pt idx="705">1105.539</cx:pt>
          <cx:pt idx="706">3131.4000000000001</cx:pt>
          <cx:pt idx="707">6293.7820000000002</cx:pt>
          <cx:pt idx="708">1235.249</cx:pt>
          <cx:pt idx="709">6208.2340000000004</cx:pt>
          <cx:pt idx="710">1186.1489999999999</cx:pt>
          <cx:pt idx="711">8584.2559999999994</cx:pt>
          <cx:pt idx="712">10728.224</cx:pt>
          <cx:pt idx="713">11148.343000000001</cx:pt>
          <cx:pt idx="714">3329.4780000000001</cx:pt>
          <cx:pt idx="715">12305.471</cx:pt>
          <cx:pt idx="716">18473.306</cx:pt>
        </cx:lvl>
      </cx:numDim>
    </cx:data>
  </cx:chartData>
  <cx:chart>
    <cx:title pos="t" align="ctr" overlay="0">
      <cx:tx>
        <cx:txData>
          <cx:v>Volume</cx:v>
        </cx:txData>
      </cx:tx>
      <cx:txPr>
        <a:bodyPr spcFirstLastPara="1" vertOverflow="ellipsis" horzOverflow="overflow" wrap="square" lIns="0" tIns="0" rIns="0" bIns="0" anchor="ctr" anchorCtr="1"/>
        <a:lstStyle/>
        <a:p>
          <a:pPr algn="ctr" rtl="0">
            <a:defRPr/>
          </a:pPr>
          <a:r>
            <a:rPr lang="en-US" sz="1400" b="0" i="0" u="none" strike="noStrike" baseline="0">
              <a:solidFill>
                <a:sysClr val="windowText" lastClr="000000">
                  <a:lumMod val="65000"/>
                  <a:lumOff val="35000"/>
                </a:sysClr>
              </a:solidFill>
              <a:latin typeface="Aptos Narrow" panose="02110004020202020204"/>
            </a:rPr>
            <a:t>Volume</a:t>
          </a:r>
        </a:p>
      </cx:txPr>
    </cx:title>
    <cx:plotArea>
      <cx:plotAreaRegion>
        <cx:series layoutId="clusteredColumn" uniqueId="{0E17DBA2-897A-48F5-806F-43334D93EEC5}">
          <cx:tx>
            <cx:txData>
              <cx:f>'no leave edited'!$C$1</cx:f>
              <cx:v>Volume (mm³)</cx:v>
            </cx:txData>
          </cx:tx>
          <cx:dataLabels/>
          <cx:dataId val="0"/>
          <cx:layoutPr>
            <cx:binning intervalClosed="r" underflow="0" overflow="3000">
              <cx:binCount val="30"/>
            </cx:binning>
          </cx:layoutPr>
        </cx:series>
      </cx:plotAreaRegion>
      <cx:axis id="0">
        <cx:catScaling gapWidth="0"/>
        <cx:tickLabels/>
        <cx:numFmt formatCode="#,##0" sourceLinked="0"/>
      </cx:axis>
      <cx:axis id="1">
        <cx:valScaling/>
        <cx:majorGridlines/>
        <cx:tickLabels/>
      </cx:axis>
    </cx:plotArea>
  </cx:chart>
</cx:chartSpace>
</file>

<file path=ppt/charts/chartEx3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numDim type="val">
        <cx:f>'leave edited'!$D$2:$D$738</cx:f>
        <cx:lvl ptCount="737" formatCode="General">
          <cx:pt idx="0">114.776</cx:pt>
          <cx:pt idx="1">51.006</cx:pt>
          <cx:pt idx="2">57.880000000000003</cx:pt>
          <cx:pt idx="3">66.977999999999994</cx:pt>
          <cx:pt idx="4">92.644000000000005</cx:pt>
          <cx:pt idx="5">36.984999999999999</cx:pt>
          <cx:pt idx="6">41.393999999999998</cx:pt>
          <cx:pt idx="7">49.514000000000003</cx:pt>
          <cx:pt idx="8">50.927</cx:pt>
          <cx:pt idx="9">51.542000000000002</cx:pt>
          <cx:pt idx="10">72.966999999999999</cx:pt>
          <cx:pt idx="11">79.734999999999999</cx:pt>
          <cx:pt idx="12">120.86499999999999</cx:pt>
          <cx:pt idx="13">86.460999999999999</cx:pt>
          <cx:pt idx="14">104.23</cx:pt>
          <cx:pt idx="15">106.056</cx:pt>
          <cx:pt idx="16">142.423</cx:pt>
          <cx:pt idx="17">68.611000000000004</cx:pt>
          <cx:pt idx="18">97.754000000000005</cx:pt>
          <cx:pt idx="19">101.89400000000001</cx:pt>
          <cx:pt idx="20">113.538</cx:pt>
          <cx:pt idx="21">125.03700000000001</cx:pt>
          <cx:pt idx="22">134.36799999999999</cx:pt>
          <cx:pt idx="23">150.196</cx:pt>
          <cx:pt idx="24">150.76900000000001</cx:pt>
          <cx:pt idx="25">56.883000000000003</cx:pt>
          <cx:pt idx="26">86.337999999999994</cx:pt>
          <cx:pt idx="27">108.452</cx:pt>
          <cx:pt idx="28">109.67700000000001</cx:pt>
          <cx:pt idx="29">121.93000000000001</cx:pt>
          <cx:pt idx="30">126.453</cx:pt>
          <cx:pt idx="31">59.707000000000001</cx:pt>
          <cx:pt idx="32">117.199</cx:pt>
          <cx:pt idx="33">129.47200000000001</cx:pt>
          <cx:pt idx="34">130.273</cx:pt>
          <cx:pt idx="35">135.18600000000001</cx:pt>
          <cx:pt idx="36">143.595</cx:pt>
          <cx:pt idx="37">166.77699999999999</cx:pt>
          <cx:pt idx="38">209.483</cx:pt>
          <cx:pt idx="39">67.575000000000003</cx:pt>
          <cx:pt idx="40">80.912000000000006</cx:pt>
          <cx:pt idx="41">98.346000000000004</cx:pt>
          <cx:pt idx="42">108.023</cx:pt>
          <cx:pt idx="43">110.69799999999999</cx:pt>
          <cx:pt idx="44">123.185</cx:pt>
          <cx:pt idx="45">150.92400000000001</cx:pt>
          <cx:pt idx="46">81.518000000000001</cx:pt>
          <cx:pt idx="47">85.748000000000005</cx:pt>
          <cx:pt idx="48">87.852000000000004</cx:pt>
          <cx:pt idx="49">113.41800000000001</cx:pt>
          <cx:pt idx="50">128.83799999999999</cx:pt>
          <cx:pt idx="51">143.202</cx:pt>
          <cx:pt idx="52">173.32400000000001</cx:pt>
          <cx:pt idx="53">62.091999999999999</cx:pt>
          <cx:pt idx="54">89.643000000000001</cx:pt>
          <cx:pt idx="55">92.439999999999998</cx:pt>
          <cx:pt idx="56">100.08</cx:pt>
          <cx:pt idx="57">102.541</cx:pt>
          <cx:pt idx="58">103.923</cx:pt>
          <cx:pt idx="59">120.999</cx:pt>
          <cx:pt idx="60">122.2</cx:pt>
          <cx:pt idx="61">134.23500000000001</cx:pt>
          <cx:pt idx="62">166.49600000000001</cx:pt>
          <cx:pt idx="63">267.36099999999999</cx:pt>
          <cx:pt idx="64">77.959999999999994</cx:pt>
          <cx:pt idx="65">90.781999999999996</cx:pt>
          <cx:pt idx="66">95.725999999999999</cx:pt>
          <cx:pt idx="67">101.699</cx:pt>
          <cx:pt idx="68">129.47999999999999</cx:pt>
          <cx:pt idx="69">135.232</cx:pt>
          <cx:pt idx="70">136.001</cx:pt>
          <cx:pt idx="71">138.43299999999999</cx:pt>
          <cx:pt idx="72">143.358</cx:pt>
          <cx:pt idx="73">151.327</cx:pt>
          <cx:pt idx="74">160.172</cx:pt>
          <cx:pt idx="75">172.83199999999999</cx:pt>
          <cx:pt idx="76">181.255</cx:pt>
          <cx:pt idx="77">194.12799999999999</cx:pt>
          <cx:pt idx="78">97.991</cx:pt>
          <cx:pt idx="79">105.77500000000001</cx:pt>
          <cx:pt idx="80">115.127</cx:pt>
          <cx:pt idx="81">127.98999999999999</cx:pt>
          <cx:pt idx="82">132.72200000000001</cx:pt>
          <cx:pt idx="83">142.708</cx:pt>
          <cx:pt idx="84">145.904</cx:pt>
          <cx:pt idx="85">152.80799999999999</cx:pt>
          <cx:pt idx="86">183.482</cx:pt>
          <cx:pt idx="87">190.88300000000001</cx:pt>
          <cx:pt idx="88">216.821</cx:pt>
          <cx:pt idx="89">259.17399999999998</cx:pt>
          <cx:pt idx="90">113.855</cx:pt>
          <cx:pt idx="91">125.63500000000001</cx:pt>
          <cx:pt idx="92">129.74000000000001</cx:pt>
          <cx:pt idx="93">131.643</cx:pt>
          <cx:pt idx="94">132.405</cx:pt>
          <cx:pt idx="95">147.09700000000001</cx:pt>
          <cx:pt idx="96">160.334</cx:pt>
          <cx:pt idx="97">175.18899999999999</cx:pt>
          <cx:pt idx="98">178.94999999999999</cx:pt>
          <cx:pt idx="99">112.56699999999999</cx:pt>
          <cx:pt idx="100">118.676</cx:pt>
          <cx:pt idx="101">122.881</cx:pt>
          <cx:pt idx="102">134.887</cx:pt>
          <cx:pt idx="103">140.03</cx:pt>
          <cx:pt idx="104">142.93299999999999</cx:pt>
          <cx:pt idx="105">151.25800000000001</cx:pt>
          <cx:pt idx="106">158.85400000000001</cx:pt>
          <cx:pt idx="107">163.09899999999999</cx:pt>
          <cx:pt idx="108">169.68700000000001</cx:pt>
          <cx:pt idx="109">179.70599999999999</cx:pt>
          <cx:pt idx="110">185.62799999999999</cx:pt>
          <cx:pt idx="111">215.00800000000001</cx:pt>
          <cx:pt idx="112">90.728999999999999</cx:pt>
          <cx:pt idx="113">93.484999999999999</cx:pt>
          <cx:pt idx="114">112.878</cx:pt>
          <cx:pt idx="115">119.367</cx:pt>
          <cx:pt idx="116">121.61499999999999</cx:pt>
          <cx:pt idx="117">132.01499999999999</cx:pt>
          <cx:pt idx="118">154.47800000000001</cx:pt>
          <cx:pt idx="119">162.26499999999999</cx:pt>
          <cx:pt idx="120">198.49799999999999</cx:pt>
          <cx:pt idx="121">224.02799999999999</cx:pt>
          <cx:pt idx="122">117.065</cx:pt>
          <cx:pt idx="123">121.782</cx:pt>
          <cx:pt idx="124">126.672</cx:pt>
          <cx:pt idx="125">137.49299999999999</cx:pt>
          <cx:pt idx="126">140.24600000000001</cx:pt>
          <cx:pt idx="127">145.989</cx:pt>
          <cx:pt idx="128">162.92699999999999</cx:pt>
          <cx:pt idx="129">165.99799999999999</cx:pt>
          <cx:pt idx="130">194.02000000000001</cx:pt>
          <cx:pt idx="131">210.74199999999999</cx:pt>
          <cx:pt idx="132">226.565</cx:pt>
          <cx:pt idx="133">109.871</cx:pt>
          <cx:pt idx="134">112.032</cx:pt>
          <cx:pt idx="135">133.21000000000001</cx:pt>
          <cx:pt idx="136">137.82499999999999</cx:pt>
          <cx:pt idx="137">161.39500000000001</cx:pt>
          <cx:pt idx="138">161.792</cx:pt>
          <cx:pt idx="139">177.86000000000001</cx:pt>
          <cx:pt idx="140">181.12</cx:pt>
          <cx:pt idx="141">184.01499999999999</cx:pt>
          <cx:pt idx="142">217.56</cx:pt>
          <cx:pt idx="143">225.072</cx:pt>
          <cx:pt idx="144">95.896000000000001</cx:pt>
          <cx:pt idx="145">112.709</cx:pt>
          <cx:pt idx="146">140.25299999999999</cx:pt>
          <cx:pt idx="147">156.88399999999999</cx:pt>
          <cx:pt idx="148">174.86699999999999</cx:pt>
          <cx:pt idx="149">192.054</cx:pt>
          <cx:pt idx="150">215.20500000000001</cx:pt>
          <cx:pt idx="151">218.893</cx:pt>
          <cx:pt idx="152">241.70099999999999</cx:pt>
          <cx:pt idx="153">246.35400000000001</cx:pt>
          <cx:pt idx="154">256.24900000000002</cx:pt>
          <cx:pt idx="155">131.14400000000001</cx:pt>
          <cx:pt idx="156">134.54400000000001</cx:pt>
          <cx:pt idx="157">150.68700000000001</cx:pt>
          <cx:pt idx="158">221.386</cx:pt>
          <cx:pt idx="159">237.126</cx:pt>
          <cx:pt idx="160">486.94200000000001</cx:pt>
          <cx:pt idx="161">118.126</cx:pt>
          <cx:pt idx="162">118.41200000000001</cx:pt>
          <cx:pt idx="163">138.262</cx:pt>
          <cx:pt idx="164">139.69200000000001</cx:pt>
          <cx:pt idx="165">141.63399999999999</cx:pt>
          <cx:pt idx="166">153.96799999999999</cx:pt>
          <cx:pt idx="167">165.36099999999999</cx:pt>
          <cx:pt idx="168">171.441</cx:pt>
          <cx:pt idx="169">190.51599999999999</cx:pt>
          <cx:pt idx="170">297.48000000000002</cx:pt>
          <cx:pt idx="171">126.126</cx:pt>
          <cx:pt idx="172">150.03299999999999</cx:pt>
          <cx:pt idx="173">150.52099999999999</cx:pt>
          <cx:pt idx="174">165.815</cx:pt>
          <cx:pt idx="175">198.048</cx:pt>
          <cx:pt idx="176">201.84999999999999</cx:pt>
          <cx:pt idx="177">213</cx:pt>
          <cx:pt idx="178">229.47900000000001</cx:pt>
          <cx:pt idx="179">438.07299999999998</cx:pt>
          <cx:pt idx="180">112.07299999999999</cx:pt>
          <cx:pt idx="181">119.19799999999999</cx:pt>
          <cx:pt idx="182">130.67400000000001</cx:pt>
          <cx:pt idx="183">148.93100000000001</cx:pt>
          <cx:pt idx="184">188.16300000000001</cx:pt>
          <cx:pt idx="185">190.636</cx:pt>
          <cx:pt idx="186">198.97300000000001</cx:pt>
          <cx:pt idx="187">233.16499999999999</cx:pt>
          <cx:pt idx="188">137.59399999999999</cx:pt>
          <cx:pt idx="189">141.72399999999999</cx:pt>
          <cx:pt idx="190">150.35300000000001</cx:pt>
          <cx:pt idx="191">154.47900000000001</cx:pt>
          <cx:pt idx="192">157.328</cx:pt>
          <cx:pt idx="193">161.447</cx:pt>
          <cx:pt idx="194">167.40000000000001</cx:pt>
          <cx:pt idx="195">170.113</cx:pt>
          <cx:pt idx="196">186.29499999999999</cx:pt>
          <cx:pt idx="197">200.964</cx:pt>
          <cx:pt idx="198">216.75299999999999</cx:pt>
          <cx:pt idx="199">105.57299999999999</cx:pt>
          <cx:pt idx="200">138.61000000000001</cx:pt>
          <cx:pt idx="201">147.84700000000001</cx:pt>
          <cx:pt idx="202">166.06700000000001</cx:pt>
          <cx:pt idx="203">174.88800000000001</cx:pt>
          <cx:pt idx="204">186.65899999999999</cx:pt>
          <cx:pt idx="205">206.56299999999999</cx:pt>
          <cx:pt idx="206">221.744</cx:pt>
          <cx:pt idx="207">270.56299999999999</cx:pt>
          <cx:pt idx="208">282.45400000000001</cx:pt>
          <cx:pt idx="209">334.279</cx:pt>
          <cx:pt idx="210">132.916</cx:pt>
          <cx:pt idx="211">144.18199999999999</cx:pt>
          <cx:pt idx="212">144.58699999999999</cx:pt>
          <cx:pt idx="213">163.565</cx:pt>
          <cx:pt idx="214">169.499</cx:pt>
          <cx:pt idx="215">222.41200000000001</cx:pt>
          <cx:pt idx="216">223.44</cx:pt>
          <cx:pt idx="217">233.03399999999999</cx:pt>
          <cx:pt idx="218">237.81100000000001</cx:pt>
          <cx:pt idx="219">252.42699999999999</cx:pt>
          <cx:pt idx="220">299.274</cx:pt>
          <cx:pt idx="221">115.506</cx:pt>
          <cx:pt idx="222">130.43100000000001</cx:pt>
          <cx:pt idx="223">158.48599999999999</cx:pt>
          <cx:pt idx="224">169.09</cx:pt>
          <cx:pt idx="225">169.172</cx:pt>
          <cx:pt idx="226">197.90600000000001</cx:pt>
          <cx:pt idx="227">209.26900000000001</cx:pt>
          <cx:pt idx="228">287.85700000000003</cx:pt>
          <cx:pt idx="229">120.831</cx:pt>
          <cx:pt idx="230">163.75299999999999</cx:pt>
          <cx:pt idx="231">182.654</cx:pt>
          <cx:pt idx="232">184.59</cx:pt>
          <cx:pt idx="233">192.68299999999999</cx:pt>
          <cx:pt idx="234">209.28800000000001</cx:pt>
          <cx:pt idx="235">237.58699999999999</cx:pt>
          <cx:pt idx="236">287.36000000000001</cx:pt>
          <cx:pt idx="237">165.54400000000001</cx:pt>
          <cx:pt idx="238">180.31399999999999</cx:pt>
          <cx:pt idx="239">189.52099999999999</cx:pt>
          <cx:pt idx="240">192.679</cx:pt>
          <cx:pt idx="241">202.256</cx:pt>
          <cx:pt idx="242">204.81100000000001</cx:pt>
          <cx:pt idx="243">215.685</cx:pt>
          <cx:pt idx="244">267.81999999999999</cx:pt>
          <cx:pt idx="245">147.285</cx:pt>
          <cx:pt idx="246">150.65799999999999</cx:pt>
          <cx:pt idx="247">159.78700000000001</cx:pt>
          <cx:pt idx="248">165.51599999999999</cx:pt>
          <cx:pt idx="249">169.99199999999999</cx:pt>
          <cx:pt idx="250">172.72499999999999</cx:pt>
          <cx:pt idx="251">215.04900000000001</cx:pt>
          <cx:pt idx="252">236.82599999999999</cx:pt>
          <cx:pt idx="253">278.08199999999999</cx:pt>
          <cx:pt idx="254">283.81099999999998</cx:pt>
          <cx:pt idx="255">315.10500000000002</cx:pt>
          <cx:pt idx="256">149.12100000000001</cx:pt>
          <cx:pt idx="257">204.441</cx:pt>
          <cx:pt idx="258">206.494</cx:pt>
          <cx:pt idx="259">207.64500000000001</cx:pt>
          <cx:pt idx="260">216.51499999999999</cx:pt>
          <cx:pt idx="261">220.215</cx:pt>
          <cx:pt idx="262">135.94800000000001</cx:pt>
          <cx:pt idx="263">143.553</cx:pt>
          <cx:pt idx="264">161.96299999999999</cx:pt>
          <cx:pt idx="265">203.63</cx:pt>
          <cx:pt idx="266">231.83099999999999</cx:pt>
          <cx:pt idx="267">264.08199999999999</cx:pt>
          <cx:pt idx="268">287.86500000000001</cx:pt>
          <cx:pt idx="269">330.202</cx:pt>
          <cx:pt idx="270">343.572</cx:pt>
          <cx:pt idx="271">169.02000000000001</cx:pt>
          <cx:pt idx="272">182.33000000000001</cx:pt>
          <cx:pt idx="273">205.44</cx:pt>
          <cx:pt idx="274">220.316</cx:pt>
          <cx:pt idx="275">238.21600000000001</cx:pt>
          <cx:pt idx="276">274.286</cx:pt>
          <cx:pt idx="277">294.25299999999999</cx:pt>
          <cx:pt idx="278">312.51600000000002</cx:pt>
          <cx:pt idx="279">145.34399999999999</cx:pt>
          <cx:pt idx="280">156.125</cx:pt>
          <cx:pt idx="281">195.23599999999999</cx:pt>
          <cx:pt idx="282">200.59899999999999</cx:pt>
          <cx:pt idx="283">205.25700000000001</cx:pt>
          <cx:pt idx="284">214.84100000000001</cx:pt>
          <cx:pt idx="285">256.27800000000002</cx:pt>
          <cx:pt idx="286">273.27600000000001</cx:pt>
          <cx:pt idx="287">320.31599999999997</cx:pt>
          <cx:pt idx="288">146.172</cx:pt>
          <cx:pt idx="289">156.18299999999999</cx:pt>
          <cx:pt idx="290">166.30000000000001</cx:pt>
          <cx:pt idx="291">173.93100000000001</cx:pt>
          <cx:pt idx="292">213.38200000000001</cx:pt>
          <cx:pt idx="293">246.95099999999999</cx:pt>
          <cx:pt idx="294">292.37200000000001</cx:pt>
          <cx:pt idx="295">309.74400000000003</cx:pt>
          <cx:pt idx="296">127.221</cx:pt>
          <cx:pt idx="297">229.334</cx:pt>
          <cx:pt idx="298">255.66399999999999</cx:pt>
          <cx:pt idx="299">337.62</cx:pt>
          <cx:pt idx="300">342.67500000000001</cx:pt>
          <cx:pt idx="301">170.49199999999999</cx:pt>
          <cx:pt idx="302">229.34299999999999</cx:pt>
          <cx:pt idx="303">231.03200000000001</cx:pt>
          <cx:pt idx="304">37.433999999999997</cx:pt>
          <cx:pt idx="305">136.62700000000001</cx:pt>
          <cx:pt idx="306">151.55000000000001</cx:pt>
          <cx:pt idx="307">170.47800000000001</cx:pt>
          <cx:pt idx="308">250.32599999999999</cx:pt>
          <cx:pt idx="309">259.40499999999997</cx:pt>
          <cx:pt idx="310">261.64600000000002</cx:pt>
          <cx:pt idx="311">317.62799999999999</cx:pt>
          <cx:pt idx="312">354.58300000000003</cx:pt>
          <cx:pt idx="313">380.08300000000003</cx:pt>
          <cx:pt idx="314">166.84399999999999</cx:pt>
          <cx:pt idx="315">178.119</cx:pt>
          <cx:pt idx="316">186.416</cx:pt>
          <cx:pt idx="317">187.00299999999999</cx:pt>
          <cx:pt idx="318">188.904</cx:pt>
          <cx:pt idx="319">199.53700000000001</cx:pt>
          <cx:pt idx="320">201.66399999999999</cx:pt>
          <cx:pt idx="321">216.78299999999999</cx:pt>
          <cx:pt idx="322">259.08699999999999</cx:pt>
          <cx:pt idx="323">274.19299999999998</cx:pt>
          <cx:pt idx="324">347.17399999999998</cx:pt>
          <cx:pt idx="325">163.316</cx:pt>
          <cx:pt idx="326">190.25200000000001</cx:pt>
          <cx:pt idx="327">201.47900000000001</cx:pt>
          <cx:pt idx="328">235.94399999999999</cx:pt>
          <cx:pt idx="329">270.21300000000002</cx:pt>
          <cx:pt idx="330">388.94200000000001</cx:pt>
          <cx:pt idx="331">186.72300000000001</cx:pt>
          <cx:pt idx="332">199.85300000000001</cx:pt>
          <cx:pt idx="333">203.11000000000001</cx:pt>
          <cx:pt idx="334">203.136</cx:pt>
          <cx:pt idx="335">214.65600000000001</cx:pt>
          <cx:pt idx="336">220.42400000000001</cx:pt>
          <cx:pt idx="337">234.90199999999999</cx:pt>
          <cx:pt idx="338">235.96100000000001</cx:pt>
          <cx:pt idx="339">304.56599999999997</cx:pt>
          <cx:pt idx="340">328.81</cx:pt>
          <cx:pt idx="341">342.00700000000001</cx:pt>
          <cx:pt idx="342">240.31899999999999</cx:pt>
          <cx:pt idx="343">248.55199999999999</cx:pt>
          <cx:pt idx="344">268.75400000000002</cx:pt>
          <cx:pt idx="345">271.42599999999999</cx:pt>
          <cx:pt idx="346">304.26100000000002</cx:pt>
          <cx:pt idx="347">190.44900000000001</cx:pt>
          <cx:pt idx="348">196.15799999999999</cx:pt>
          <cx:pt idx="349">231.684</cx:pt>
          <cx:pt idx="350">330.41199999999998</cx:pt>
          <cx:pt idx="351">361.75599999999997</cx:pt>
          <cx:pt idx="352">390.34100000000001</cx:pt>
          <cx:pt idx="353">176.58199999999999</cx:pt>
          <cx:pt idx="354">187.905</cx:pt>
          <cx:pt idx="355">241.751</cx:pt>
          <cx:pt idx="356">245.53399999999999</cx:pt>
          <cx:pt idx="357">252.429</cx:pt>
          <cx:pt idx="358">296.29599999999999</cx:pt>
          <cx:pt idx="359">309.76999999999998</cx:pt>
          <cx:pt idx="360">187.077</cx:pt>
          <cx:pt idx="361">263.214</cx:pt>
          <cx:pt idx="362">289.726</cx:pt>
          <cx:pt idx="363">363.26299999999998</cx:pt>
          <cx:pt idx="364">388.49200000000002</cx:pt>
          <cx:pt idx="365">259.48200000000003</cx:pt>
          <cx:pt idx="366">296.20999999999998</cx:pt>
          <cx:pt idx="367">170.55199999999999</cx:pt>
          <cx:pt idx="368">172.15799999999999</cx:pt>
          <cx:pt idx="369">261.14100000000002</cx:pt>
          <cx:pt idx="370">348.95999999999998</cx:pt>
          <cx:pt idx="371">188.63499999999999</cx:pt>
          <cx:pt idx="372">210.626</cx:pt>
          <cx:pt idx="373">211.65100000000001</cx:pt>
          <cx:pt idx="374">223.053</cx:pt>
          <cx:pt idx="375">260.06599999999997</cx:pt>
          <cx:pt idx="376">280.83800000000002</cx:pt>
          <cx:pt idx="377">166.24600000000001</cx:pt>
          <cx:pt idx="378">182.285</cx:pt>
          <cx:pt idx="379">200.70500000000001</cx:pt>
          <cx:pt idx="380">214.006</cx:pt>
          <cx:pt idx="381">222.018</cx:pt>
          <cx:pt idx="382">237.32400000000001</cx:pt>
          <cx:pt idx="383">189.44499999999999</cx:pt>
          <cx:pt idx="384">222.107</cx:pt>
          <cx:pt idx="385">232.84999999999999</cx:pt>
          <cx:pt idx="386">261.80500000000001</cx:pt>
          <cx:pt idx="387">271.209</cx:pt>
          <cx:pt idx="388">329.73899999999998</cx:pt>
          <cx:pt idx="389">185.44399999999999</cx:pt>
          <cx:pt idx="390">224.92599999999999</cx:pt>
          <cx:pt idx="391">253.85599999999999</cx:pt>
          <cx:pt idx="392">253.97900000000001</cx:pt>
          <cx:pt idx="393">325.03699999999998</cx:pt>
          <cx:pt idx="394">225.62200000000001</cx:pt>
          <cx:pt idx="395">267.31700000000001</cx:pt>
          <cx:pt idx="396">422.73500000000001</cx:pt>
          <cx:pt idx="397">101.73699999999999</cx:pt>
          <cx:pt idx="398">236.346</cx:pt>
          <cx:pt idx="399">236.51400000000001</cx:pt>
          <cx:pt idx="400">325.59100000000001</cx:pt>
          <cx:pt idx="401">336.08699999999999</cx:pt>
          <cx:pt idx="402">211.06800000000001</cx:pt>
          <cx:pt idx="403">259.61599999999999</cx:pt>
          <cx:pt idx="404">275.38999999999999</cx:pt>
          <cx:pt idx="405">371.89100000000002</cx:pt>
          <cx:pt idx="406">418.15699999999998</cx:pt>
          <cx:pt idx="407">278.67700000000002</cx:pt>
          <cx:pt idx="408">302.39699999999999</cx:pt>
          <cx:pt idx="409">318.30900000000003</cx:pt>
          <cx:pt idx="410">401.27199999999999</cx:pt>
          <cx:pt idx="411">420.90800000000002</cx:pt>
          <cx:pt idx="412">113.267</cx:pt>
          <cx:pt idx="413">291.803</cx:pt>
          <cx:pt idx="414">310.90899999999999</cx:pt>
          <cx:pt idx="415">207.90799999999999</cx:pt>
          <cx:pt idx="416">295.52100000000002</cx:pt>
          <cx:pt idx="417">293.01999999999998</cx:pt>
          <cx:pt idx="418">336.82900000000001</cx:pt>
          <cx:pt idx="419">454.55200000000002</cx:pt>
          <cx:pt idx="420">221.09899999999999</cx:pt>
          <cx:pt idx="421">251.899</cx:pt>
          <cx:pt idx="422">320.69200000000001</cx:pt>
          <cx:pt idx="423">322.04899999999998</cx:pt>
          <cx:pt idx="424">559.45100000000002</cx:pt>
          <cx:pt idx="425">172.38900000000001</cx:pt>
          <cx:pt idx="426">240.32499999999999</cx:pt>
          <cx:pt idx="427">313.44200000000001</cx:pt>
          <cx:pt idx="428">314.19</cx:pt>
          <cx:pt idx="429">256.64400000000001</cx:pt>
          <cx:pt idx="430">339.01900000000001</cx:pt>
          <cx:pt idx="431">376.37299999999999</cx:pt>
          <cx:pt idx="432">448.084</cx:pt>
          <cx:pt idx="433">211.898</cx:pt>
          <cx:pt idx="434">264.858</cx:pt>
          <cx:pt idx="435">299.30799999999999</cx:pt>
          <cx:pt idx="436">310.49200000000002</cx:pt>
          <cx:pt idx="437">379.60300000000001</cx:pt>
          <cx:pt idx="438">423.584</cx:pt>
          <cx:pt idx="439">254.07599999999999</cx:pt>
          <cx:pt idx="440">274.67599999999999</cx:pt>
          <cx:pt idx="441">276.35599999999999</cx:pt>
          <cx:pt idx="442">321.24099999999999</cx:pt>
          <cx:pt idx="443">346.779</cx:pt>
          <cx:pt idx="444">388.69900000000001</cx:pt>
          <cx:pt idx="445">519.57600000000002</cx:pt>
          <cx:pt idx="446">581.64300000000003</cx:pt>
          <cx:pt idx="447">233.38900000000001</cx:pt>
          <cx:pt idx="448">321.93200000000002</cx:pt>
          <cx:pt idx="449">344.79300000000001</cx:pt>
          <cx:pt idx="450">272.49900000000002</cx:pt>
          <cx:pt idx="451">312.45800000000003</cx:pt>
          <cx:pt idx="452">381.73399999999998</cx:pt>
          <cx:pt idx="453">406.072</cx:pt>
          <cx:pt idx="454">289.60899999999998</cx:pt>
          <cx:pt idx="455">337.48700000000002</cx:pt>
          <cx:pt idx="456">364.392</cx:pt>
          <cx:pt idx="457">383.673</cx:pt>
          <cx:pt idx="458">460.01799999999997</cx:pt>
          <cx:pt idx="459">462.21699999999998</cx:pt>
          <cx:pt idx="460">314.25599999999997</cx:pt>
          <cx:pt idx="461">350.12400000000002</cx:pt>
          <cx:pt idx="462">265.07400000000001</cx:pt>
          <cx:pt idx="463">273.887</cx:pt>
          <cx:pt idx="464">322.733</cx:pt>
          <cx:pt idx="465">327.57900000000001</cx:pt>
          <cx:pt idx="466">338.35300000000001</cx:pt>
          <cx:pt idx="467">427.72800000000001</cx:pt>
          <cx:pt idx="468">442.49599999999998</cx:pt>
          <cx:pt idx="469">236.00800000000001</cx:pt>
          <cx:pt idx="470">256.52800000000002</cx:pt>
          <cx:pt idx="471">264.47500000000002</cx:pt>
          <cx:pt idx="472">296.005</cx:pt>
          <cx:pt idx="473">320.17399999999998</cx:pt>
          <cx:pt idx="474">333.68099999999998</cx:pt>
          <cx:pt idx="475">282.096</cx:pt>
          <cx:pt idx="476">365.39400000000001</cx:pt>
          <cx:pt idx="477">189.31200000000001</cx:pt>
          <cx:pt idx="478">293.173</cx:pt>
          <cx:pt idx="479">241.95500000000001</cx:pt>
          <cx:pt idx="480">472.24400000000003</cx:pt>
          <cx:pt idx="481">191.19300000000001</cx:pt>
          <cx:pt idx="482">263.60399999999998</cx:pt>
          <cx:pt idx="483">308.95299999999997</cx:pt>
          <cx:pt idx="484">368.90600000000001</cx:pt>
          <cx:pt idx="485">457.68599999999998</cx:pt>
          <cx:pt idx="486">558.09100000000001</cx:pt>
          <cx:pt idx="487">176.505</cx:pt>
          <cx:pt idx="488">258.11500000000001</cx:pt>
          <cx:pt idx="489">292.01600000000002</cx:pt>
          <cx:pt idx="490">303.43299999999999</cx:pt>
          <cx:pt idx="491">671.50900000000001</cx:pt>
          <cx:pt idx="492">289.26499999999999</cx:pt>
          <cx:pt idx="493">429.83499999999998</cx:pt>
          <cx:pt idx="494">431.64400000000001</cx:pt>
          <cx:pt idx="495">577.33699999999999</cx:pt>
          <cx:pt idx="496">769.99800000000005</cx:pt>
          <cx:pt idx="497">214.94399999999999</cx:pt>
          <cx:pt idx="498">382.79700000000003</cx:pt>
          <cx:pt idx="499">281.58499999999998</cx:pt>
          <cx:pt idx="500">362.43000000000001</cx:pt>
          <cx:pt idx="501">368.18599999999998</cx:pt>
          <cx:pt idx="502">266.66899999999998</cx:pt>
          <cx:pt idx="503">323.88200000000001</cx:pt>
          <cx:pt idx="504">533.13900000000001</cx:pt>
          <cx:pt idx="505">423.05900000000003</cx:pt>
          <cx:pt idx="506">281.32999999999998</cx:pt>
          <cx:pt idx="507">393.49900000000002</cx:pt>
          <cx:pt idx="508">462.30000000000001</cx:pt>
          <cx:pt idx="509">420.25200000000001</cx:pt>
          <cx:pt idx="510">352.67500000000001</cx:pt>
          <cx:pt idx="511">412.31400000000002</cx:pt>
          <cx:pt idx="512">329.697</cx:pt>
          <cx:pt idx="513">384.01400000000001</cx:pt>
          <cx:pt idx="514">543.56399999999996</cx:pt>
          <cx:pt idx="515">250.25299999999999</cx:pt>
          <cx:pt idx="516">392.24900000000002</cx:pt>
          <cx:pt idx="517">392.30099999999999</cx:pt>
          <cx:pt idx="518">292.35899999999998</cx:pt>
          <cx:pt idx="519">309.08800000000002</cx:pt>
          <cx:pt idx="520">435.76100000000002</cx:pt>
          <cx:pt idx="521">352.82499999999999</cx:pt>
          <cx:pt idx="522">329.57100000000003</cx:pt>
          <cx:pt idx="523">387.19200000000001</cx:pt>
          <cx:pt idx="524">488.43099999999998</cx:pt>
          <cx:pt idx="525">275.35700000000003</cx:pt>
          <cx:pt idx="526">295.25099999999998</cx:pt>
          <cx:pt idx="527">301.50400000000002</cx:pt>
          <cx:pt idx="528">488.07600000000002</cx:pt>
          <cx:pt idx="529">598.61300000000006</cx:pt>
          <cx:pt idx="530">361.87900000000002</cx:pt>
          <cx:pt idx="531">529.851</cx:pt>
          <cx:pt idx="532">322.81200000000001</cx:pt>
          <cx:pt idx="533">326.04700000000003</cx:pt>
          <cx:pt idx="534">439.85599999999999</cx:pt>
          <cx:pt idx="535">447.41399999999999</cx:pt>
          <cx:pt idx="536">384.04000000000002</cx:pt>
          <cx:pt idx="537">443.47399999999999</cx:pt>
          <cx:pt idx="538">508.87299999999999</cx:pt>
          <cx:pt idx="539">589.61800000000005</cx:pt>
          <cx:pt idx="540">408.983</cx:pt>
          <cx:pt idx="541">559.75199999999995</cx:pt>
          <cx:pt idx="542">346.48599999999999</cx:pt>
          <cx:pt idx="543">367.13099999999997</cx:pt>
          <cx:pt idx="544">518.91399999999999</cx:pt>
          <cx:pt idx="545">556.46199999999999</cx:pt>
          <cx:pt idx="546">424.99000000000001</cx:pt>
          <cx:pt idx="547">387.51900000000001</cx:pt>
          <cx:pt idx="548">424.03100000000001</cx:pt>
          <cx:pt idx="549">503.81999999999999</cx:pt>
          <cx:pt idx="550">357.14999999999998</cx:pt>
          <cx:pt idx="551">330.13600000000002</cx:pt>
          <cx:pt idx="552">445.57499999999999</cx:pt>
          <cx:pt idx="553">509.60899999999998</cx:pt>
          <cx:pt idx="554">573.91600000000005</cx:pt>
          <cx:pt idx="555">646.14700000000005</cx:pt>
          <cx:pt idx="556">740.19500000000005</cx:pt>
          <cx:pt idx="557">372.92700000000002</cx:pt>
          <cx:pt idx="558">510.31799999999998</cx:pt>
          <cx:pt idx="559">338.95100000000002</cx:pt>
          <cx:pt idx="560">387.84699999999998</cx:pt>
          <cx:pt idx="561">500.63799999999998</cx:pt>
          <cx:pt idx="562">428.93799999999999</cx:pt>
          <cx:pt idx="563">454.13999999999999</cx:pt>
          <cx:pt idx="564">1273.961</cx:pt>
          <cx:pt idx="565">444.32799999999997</cx:pt>
          <cx:pt idx="566">632.68200000000002</cx:pt>
          <cx:pt idx="567">447.38600000000002</cx:pt>
          <cx:pt idx="568">608.09100000000001</cx:pt>
          <cx:pt idx="569">464.88299999999998</cx:pt>
          <cx:pt idx="570">404.90600000000001</cx:pt>
          <cx:pt idx="571">573.73500000000001</cx:pt>
          <cx:pt idx="572">588.85599999999999</cx:pt>
          <cx:pt idx="573">644.61800000000005</cx:pt>
          <cx:pt idx="574">728.60500000000002</cx:pt>
          <cx:pt idx="575">816.80700000000002</cx:pt>
          <cx:pt idx="576">413.67200000000003</cx:pt>
          <cx:pt idx="577">556.98000000000002</cx:pt>
          <cx:pt idx="578">422.43900000000002</cx:pt>
          <cx:pt idx="579">488.04199999999997</cx:pt>
          <cx:pt idx="580">551.33500000000004</cx:pt>
          <cx:pt idx="581">676.24699999999996</cx:pt>
          <cx:pt idx="582">728.12800000000004</cx:pt>
          <cx:pt idx="583">320.43400000000003</cx:pt>
          <cx:pt idx="584">443.81299999999999</cx:pt>
          <cx:pt idx="585">579.76300000000003</cx:pt>
          <cx:pt idx="586">601.52800000000002</cx:pt>
          <cx:pt idx="587">448.94600000000003</cx:pt>
          <cx:pt idx="588">421.15699999999998</cx:pt>
          <cx:pt idx="589">641</cx:pt>
          <cx:pt idx="590">564.88099999999997</cx:pt>
          <cx:pt idx="591">583.125</cx:pt>
          <cx:pt idx="592">812.98500000000001</cx:pt>
          <cx:pt idx="593">825.37400000000002</cx:pt>
          <cx:pt idx="594">390.46300000000002</cx:pt>
          <cx:pt idx="595">885.50199999999995</cx:pt>
          <cx:pt idx="596">766.46500000000003</cx:pt>
          <cx:pt idx="597">631.81200000000001</cx:pt>
          <cx:pt idx="598">636.21100000000001</cx:pt>
          <cx:pt idx="599">506.25099999999998</cx:pt>
          <cx:pt idx="600">424.84800000000001</cx:pt>
          <cx:pt idx="601">893.71000000000004</cx:pt>
          <cx:pt idx="602">501.33600000000001</cx:pt>
          <cx:pt idx="603">626.904</cx:pt>
          <cx:pt idx="604">548.13099999999997</cx:pt>
          <cx:pt idx="605">548.77300000000002</cx:pt>
          <cx:pt idx="606">734.55999999999995</cx:pt>
          <cx:pt idx="607">418.435</cx:pt>
          <cx:pt idx="608">680.92200000000003</cx:pt>
          <cx:pt idx="609">502.00400000000002</cx:pt>
          <cx:pt idx="610">718.86599999999999</cx:pt>
          <cx:pt idx="611">487.16000000000003</cx:pt>
          <cx:pt idx="612">445.65499999999997</cx:pt>
          <cx:pt idx="613">647.40800000000002</cx:pt>
          <cx:pt idx="614">786.26099999999997</cx:pt>
          <cx:pt idx="615">615.40899999999999</cx:pt>
          <cx:pt idx="616">500.01100000000002</cx:pt>
          <cx:pt idx="617">641.63099999999997</cx:pt>
          <cx:pt idx="618">745.43399999999997</cx:pt>
          <cx:pt idx="619">844.03999999999996</cx:pt>
          <cx:pt idx="620">404.54500000000002</cx:pt>
          <cx:pt idx="621">611.97799999999995</cx:pt>
          <cx:pt idx="622">718.91899999999998</cx:pt>
          <cx:pt idx="623">704.33500000000004</cx:pt>
          <cx:pt idx="624">848.81299999999999</cx:pt>
          <cx:pt idx="625">470.56400000000002</cx:pt>
          <cx:pt idx="626">253.251</cx:pt>
          <cx:pt idx="627">940.09299999999996</cx:pt>
          <cx:pt idx="628">591.61800000000005</cx:pt>
          <cx:pt idx="629">714.92899999999997</cx:pt>
          <cx:pt idx="630">747.86599999999999</cx:pt>
          <cx:pt idx="631">664.94799999999998</cx:pt>
          <cx:pt idx="632">908.50099999999998</cx:pt>
          <cx:pt idx="633">586.803</cx:pt>
          <cx:pt idx="634">778.18499999999995</cx:pt>
          <cx:pt idx="635">829.33799999999997</cx:pt>
          <cx:pt idx="636">733.904</cx:pt>
          <cx:pt idx="637">830.202</cx:pt>
          <cx:pt idx="638">724.26300000000003</cx:pt>
          <cx:pt idx="639">990.20699999999999</cx:pt>
          <cx:pt idx="640">642.97699999999998</cx:pt>
          <cx:pt idx="641">669.90599999999995</cx:pt>
          <cx:pt idx="642">779.875</cx:pt>
          <cx:pt idx="643">677.45699999999999</cx:pt>
          <cx:pt idx="644">875.25699999999995</cx:pt>
          <cx:pt idx="645">612.99099999999999</cx:pt>
          <cx:pt idx="646">767.27099999999996</cx:pt>
          <cx:pt idx="647">645.70899999999995</cx:pt>
          <cx:pt idx="648">710.09500000000003</cx:pt>
          <cx:pt idx="649">944.47299999999996</cx:pt>
          <cx:pt idx="650">810.48199999999997</cx:pt>
          <cx:pt idx="651">827.48900000000003</cx:pt>
          <cx:pt idx="652">816.19799999999998</cx:pt>
          <cx:pt idx="653">879.38499999999999</cx:pt>
          <cx:pt idx="654">952.96799999999996</cx:pt>
          <cx:pt idx="655">816.76599999999996</cx:pt>
          <cx:pt idx="656">952.34299999999996</cx:pt>
          <cx:pt idx="657">1007.992</cx:pt>
          <cx:pt idx="658">977.96900000000005</cx:pt>
          <cx:pt idx="659">1015.527</cx:pt>
          <cx:pt idx="660">365.69299999999998</cx:pt>
          <cx:pt idx="661">841.76999999999998</cx:pt>
          <cx:pt idx="662">819.18499999999995</cx:pt>
          <cx:pt idx="663">902.18399999999997</cx:pt>
          <cx:pt idx="664">984.66099999999994</cx:pt>
          <cx:pt idx="665">1044.028</cx:pt>
          <cx:pt idx="666">1143.875</cx:pt>
          <cx:pt idx="667">1111.8430000000001</cx:pt>
          <cx:pt idx="668">946.84699999999998</cx:pt>
          <cx:pt idx="669">930.96100000000001</cx:pt>
          <cx:pt idx="670">1156.7449999999999</cx:pt>
          <cx:pt idx="671">963.44899999999996</cx:pt>
          <cx:pt idx="672">892.71000000000004</cx:pt>
          <cx:pt idx="673">988.73299999999995</cx:pt>
          <cx:pt idx="674">1147.21</cx:pt>
          <cx:pt idx="675">980.62800000000004</cx:pt>
          <cx:pt idx="676">999.29300000000001</cx:pt>
          <cx:pt idx="677">888.54899999999998</cx:pt>
          <cx:pt idx="678">1397.6420000000001</cx:pt>
          <cx:pt idx="679">1194.1959999999999</cx:pt>
          <cx:pt idx="680">1437.107</cx:pt>
          <cx:pt idx="681">1165.7819999999999</cx:pt>
          <cx:pt idx="682">884.10900000000004</cx:pt>
          <cx:pt idx="683">1316.463</cx:pt>
          <cx:pt idx="684">909.78399999999999</cx:pt>
          <cx:pt idx="685">1331.529</cx:pt>
          <cx:pt idx="686">1077.598</cx:pt>
          <cx:pt idx="687">1566.164</cx:pt>
          <cx:pt idx="688">1116.739</cx:pt>
          <cx:pt idx="689">1034.0260000000001</cx:pt>
          <cx:pt idx="690">1242.9760000000001</cx:pt>
          <cx:pt idx="691">1231.027</cx:pt>
          <cx:pt idx="692">1645.798</cx:pt>
          <cx:pt idx="693">1312.953</cx:pt>
          <cx:pt idx="694">1137.9649999999999</cx:pt>
          <cx:pt idx="695">1317.9059999999999</cx:pt>
          <cx:pt idx="696">361.08999999999997</cx:pt>
          <cx:pt idx="697">1842.7090000000001</cx:pt>
          <cx:pt idx="698">1864.78</cx:pt>
          <cx:pt idx="699">1232.3099999999999</cx:pt>
          <cx:pt idx="700">1422.0239999999999</cx:pt>
          <cx:pt idx="701">1612.7</cx:pt>
          <cx:pt idx="702">1399.463</cx:pt>
          <cx:pt idx="703">1277.0409999999999</cx:pt>
          <cx:pt idx="704">1371.394</cx:pt>
          <cx:pt idx="705">1759.345</cx:pt>
          <cx:pt idx="706">1566.73</cx:pt>
          <cx:pt idx="707">1541.653</cx:pt>
          <cx:pt idx="708">1814.575</cx:pt>
          <cx:pt idx="709">1448.769</cx:pt>
          <cx:pt idx="710">1692.962</cx:pt>
          <cx:pt idx="711">2693.8090000000002</cx:pt>
          <cx:pt idx="712">1452.654</cx:pt>
          <cx:pt idx="713">1745.6790000000001</cx:pt>
          <cx:pt idx="714">1952.7349999999999</cx:pt>
          <cx:pt idx="715">2003.5709999999999</cx:pt>
          <cx:pt idx="716">2788.6599999999999</cx:pt>
          <cx:pt idx="717">2803.6469999999999</cx:pt>
          <cx:pt idx="718">2108.5239999999999</cx:pt>
          <cx:pt idx="719">2329.819</cx:pt>
          <cx:pt idx="720">2352.2460000000001</cx:pt>
          <cx:pt idx="721">2267.4409999999998</cx:pt>
          <cx:pt idx="722">3012.4839999999999</cx:pt>
          <cx:pt idx="723">2957.4699999999998</cx:pt>
          <cx:pt idx="724">3277.2829999999999</cx:pt>
          <cx:pt idx="725">8211.0959999999995</cx:pt>
          <cx:pt idx="726">3364.5149999999999</cx:pt>
          <cx:pt idx="727">3636.4929999999999</cx:pt>
          <cx:pt idx="728">4222.5699999999997</cx:pt>
          <cx:pt idx="729">7954.3419999999996</cx:pt>
          <cx:pt idx="730">3030.5050000000001</cx:pt>
          <cx:pt idx="731">4842.4930000000004</cx:pt>
          <cx:pt idx="732">4851.2420000000002</cx:pt>
          <cx:pt idx="733">3220.8110000000001</cx:pt>
          <cx:pt idx="734">4926.3270000000002</cx:pt>
          <cx:pt idx="735">3559.0039999999999</cx:pt>
          <cx:pt idx="736">711.10799999999995</cx:pt>
        </cx:lvl>
      </cx:numDim>
    </cx:data>
  </cx:chartData>
  <cx:chart>
    <cx:title pos="t" align="ctr" overlay="0">
      <cx:tx>
        <cx:txData>
          <cx:v>Surface Area</cx:v>
        </cx:txData>
      </cx:tx>
      <cx:txPr>
        <a:bodyPr spcFirstLastPara="1" vertOverflow="ellipsis" horzOverflow="overflow" wrap="square" lIns="0" tIns="0" rIns="0" bIns="0" anchor="ctr" anchorCtr="1"/>
        <a:lstStyle/>
        <a:p>
          <a:pPr algn="ctr" rtl="0">
            <a:defRPr/>
          </a:pPr>
          <a:r>
            <a:rPr lang="en-US" sz="1400" b="0" i="0" u="none" strike="noStrike" baseline="0">
              <a:solidFill>
                <a:sysClr val="windowText" lastClr="000000">
                  <a:lumMod val="65000"/>
                  <a:lumOff val="35000"/>
                </a:sysClr>
              </a:solidFill>
              <a:latin typeface="Aptos Narrow" panose="02110004020202020204"/>
            </a:rPr>
            <a:t>Surface Area</a:t>
          </a:r>
        </a:p>
      </cx:txPr>
    </cx:title>
    <cx:plotArea>
      <cx:plotAreaRegion>
        <cx:series layoutId="clusteredColumn" uniqueId="{DD6F214C-CCF2-4B7C-8446-E45D98ED0ECA}">
          <cx:tx>
            <cx:txData>
              <cx:f>'leave edited'!$D$1</cx:f>
              <cx:v>Surface Area (mm²)</cx:v>
            </cx:txData>
          </cx:tx>
          <cx:dataLabels/>
          <cx:dataId val="0"/>
          <cx:layoutPr>
            <cx:binning intervalClosed="r" underflow="0" overflow="3000">
              <cx:binCount val="30"/>
            </cx:binning>
          </cx:layoutPr>
        </cx:series>
      </cx:plotAreaRegion>
      <cx:axis id="0">
        <cx:catScaling gapWidth="0"/>
        <cx:tickLabels/>
        <cx:numFmt formatCode="#,##0" sourceLinked="0"/>
      </cx:axis>
      <cx:axis id="1">
        <cx:valScaling max="250"/>
        <cx:majorGridlines/>
        <cx:tickLabels/>
      </cx:axis>
    </cx:plotArea>
  </cx:chart>
</cx:chartSpace>
</file>

<file path=ppt/charts/chartEx4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numDim type="val">
        <cx:f>'no leave edited'!$D$2:$D$719</cx:f>
        <cx:lvl ptCount="718" formatCode="General">
          <cx:pt idx="0">53.587000000000003</cx:pt>
          <cx:pt idx="1">56.393000000000001</cx:pt>
          <cx:pt idx="2">39.720999999999997</cx:pt>
          <cx:pt idx="3">46.090000000000003</cx:pt>
          <cx:pt idx="4">59.124000000000002</cx:pt>
          <cx:pt idx="5">60.024999999999999</cx:pt>
          <cx:pt idx="6">47.707999999999998</cx:pt>
          <cx:pt idx="7">51.369999999999997</cx:pt>
          <cx:pt idx="8">87.936000000000007</cx:pt>
          <cx:pt idx="9">48.787999999999997</cx:pt>
          <cx:pt idx="10">63.298000000000002</cx:pt>
          <cx:pt idx="11">77.034000000000006</cx:pt>
          <cx:pt idx="12">62.25</cx:pt>
          <cx:pt idx="13">85.704999999999998</cx:pt>
          <cx:pt idx="14">57.542999999999999</cx:pt>
          <cx:pt idx="15">52.628</cx:pt>
          <cx:pt idx="16">116.217</cx:pt>
          <cx:pt idx="17">119.876</cx:pt>
          <cx:pt idx="18">64.105000000000004</cx:pt>
          <cx:pt idx="19">85.332999999999998</cx:pt>
          <cx:pt idx="20">103.979</cx:pt>
          <cx:pt idx="21">88.878</cx:pt>
          <cx:pt idx="22">50.034999999999997</cx:pt>
          <cx:pt idx="23">71.474000000000004</cx:pt>
          <cx:pt idx="24">73.433000000000007</cx:pt>
          <cx:pt idx="25">49.752000000000002</cx:pt>
          <cx:pt idx="26">38.107999999999997</cx:pt>
          <cx:pt idx="27">163.423</cx:pt>
          <cx:pt idx="28">107.532</cx:pt>
          <cx:pt idx="29">78.887</cx:pt>
          <cx:pt idx="30">52.322000000000003</cx:pt>
          <cx:pt idx="31">104.069</cx:pt>
          <cx:pt idx="32">100.992</cx:pt>
          <cx:pt idx="33">67.203000000000003</cx:pt>
          <cx:pt idx="34">43.609000000000002</cx:pt>
          <cx:pt idx="35">44.295999999999999</cx:pt>
          <cx:pt idx="36">95.587999999999994</cx:pt>
          <cx:pt idx="37">96.703000000000003</cx:pt>
          <cx:pt idx="38">51.167000000000002</cx:pt>
          <cx:pt idx="39">97.506</cx:pt>
          <cx:pt idx="40">64.215999999999994</cx:pt>
          <cx:pt idx="41">63.067999999999998</cx:pt>
          <cx:pt idx="42">83.171000000000006</cx:pt>
          <cx:pt idx="43">145.721</cx:pt>
          <cx:pt idx="44">149.68700000000001</cx:pt>
          <cx:pt idx="45">79.780000000000001</cx:pt>
          <cx:pt idx="46">77.822999999999993</cx:pt>
          <cx:pt idx="47">45.337000000000003</cx:pt>
          <cx:pt idx="48">147.316</cx:pt>
          <cx:pt idx="49">80.936999999999998</cx:pt>
          <cx:pt idx="50">89.102000000000004</cx:pt>
          <cx:pt idx="51">100.571</cx:pt>
          <cx:pt idx="52">89.802999999999997</cx:pt>
          <cx:pt idx="53">107.367</cx:pt>
          <cx:pt idx="54">79.962000000000003</cx:pt>
          <cx:pt idx="55">86.451999999999998</cx:pt>
          <cx:pt idx="56">53.482999999999997</cx:pt>
          <cx:pt idx="57">49.243000000000002</cx:pt>
          <cx:pt idx="58">71.673000000000002</cx:pt>
          <cx:pt idx="59">127.51600000000001</cx:pt>
          <cx:pt idx="60">107.43600000000001</cx:pt>
          <cx:pt idx="61">51.244</cx:pt>
          <cx:pt idx="62">104.61</cx:pt>
          <cx:pt idx="63">138.256</cx:pt>
          <cx:pt idx="64">117.86</cx:pt>
          <cx:pt idx="65">83.427000000000007</cx:pt>
          <cx:pt idx="66">69.278999999999996</cx:pt>
          <cx:pt idx="67">133.042</cx:pt>
          <cx:pt idx="68">194.179</cx:pt>
          <cx:pt idx="69">120.474</cx:pt>
          <cx:pt idx="70">142.876</cx:pt>
          <cx:pt idx="71">153.78299999999999</cx:pt>
          <cx:pt idx="72">108.902</cx:pt>
          <cx:pt idx="73">81.766999999999996</cx:pt>
          <cx:pt idx="74">84.262</cx:pt>
          <cx:pt idx="75">130.63200000000001</cx:pt>
          <cx:pt idx="76">129.125</cx:pt>
          <cx:pt idx="77">73.552000000000007</cx:pt>
          <cx:pt idx="78">144.67500000000001</cx:pt>
          <cx:pt idx="79">108.634</cx:pt>
          <cx:pt idx="80">104.384</cx:pt>
          <cx:pt idx="81">87.483999999999995</cx:pt>
          <cx:pt idx="82">77.959999999999994</cx:pt>
          <cx:pt idx="83">108.996</cx:pt>
          <cx:pt idx="84">121.633</cx:pt>
          <cx:pt idx="85">119.443</cx:pt>
          <cx:pt idx="86">101.895</cx:pt>
          <cx:pt idx="87">75.658000000000001</cx:pt>
          <cx:pt idx="88">127.664</cx:pt>
          <cx:pt idx="89">117.789</cx:pt>
          <cx:pt idx="90">115.871</cx:pt>
          <cx:pt idx="91">138.083</cx:pt>
          <cx:pt idx="92">98.191000000000003</cx:pt>
          <cx:pt idx="93">117.38200000000001</cx:pt>
          <cx:pt idx="94">101.05800000000001</cx:pt>
          <cx:pt idx="95">81.691000000000003</cx:pt>
          <cx:pt idx="96">101.364</cx:pt>
          <cx:pt idx="97">127.47799999999999</cx:pt>
          <cx:pt idx="98">185.077</cx:pt>
          <cx:pt idx="99">217.965</cx:pt>
          <cx:pt idx="100">123.833</cx:pt>
          <cx:pt idx="101">157.99299999999999</cx:pt>
          <cx:pt idx="102">165.90199999999999</cx:pt>
          <cx:pt idx="103">138.34800000000001</cx:pt>
          <cx:pt idx="104">123.188</cx:pt>
          <cx:pt idx="105">94.784999999999997</cx:pt>
          <cx:pt idx="106">133.566</cx:pt>
          <cx:pt idx="107">126.52800000000001</cx:pt>
          <cx:pt idx="108">64.716999999999999</cx:pt>
          <cx:pt idx="109">112.502</cx:pt>
          <cx:pt idx="110">78.867000000000004</cx:pt>
          <cx:pt idx="111">105.806</cx:pt>
          <cx:pt idx="112">187.745</cx:pt>
          <cx:pt idx="113">134.93799999999999</cx:pt>
          <cx:pt idx="114">57.060000000000002</cx:pt>
          <cx:pt idx="115">106.006</cx:pt>
          <cx:pt idx="116">207.32499999999999</cx:pt>
          <cx:pt idx="117">115.172</cx:pt>
          <cx:pt idx="118">104.05</cx:pt>
          <cx:pt idx="119">218.68700000000001</cx:pt>
          <cx:pt idx="120">207.86099999999999</cx:pt>
          <cx:pt idx="121">190.96700000000001</cx:pt>
          <cx:pt idx="122">119.247</cx:pt>
          <cx:pt idx="123">119.529</cx:pt>
          <cx:pt idx="124">103.081</cx:pt>
          <cx:pt idx="125">152.072</cx:pt>
          <cx:pt idx="126">115.84099999999999</cx:pt>
          <cx:pt idx="127">138.72300000000001</cx:pt>
          <cx:pt idx="128">181.249</cx:pt>
          <cx:pt idx="129">168.03</cx:pt>
          <cx:pt idx="130">150.696</cx:pt>
          <cx:pt idx="131">105.86499999999999</cx:pt>
          <cx:pt idx="132">110.678</cx:pt>
          <cx:pt idx="133">135.274</cx:pt>
          <cx:pt idx="134">154.42400000000001</cx:pt>
          <cx:pt idx="135">108.113</cx:pt>
          <cx:pt idx="136">163.864</cx:pt>
          <cx:pt idx="137">203.91300000000001</cx:pt>
          <cx:pt idx="138">119.499</cx:pt>
          <cx:pt idx="139">178.84</cx:pt>
          <cx:pt idx="140">104.301</cx:pt>
          <cx:pt idx="141">112.43600000000001</cx:pt>
          <cx:pt idx="142">208.839</cx:pt>
          <cx:pt idx="143">114.50700000000001</cx:pt>
          <cx:pt idx="144">219.10499999999999</cx:pt>
          <cx:pt idx="145">179.16300000000001</cx:pt>
          <cx:pt idx="146">153.91499999999999</cx:pt>
          <cx:pt idx="147">107.94</cx:pt>
          <cx:pt idx="148">205.35499999999999</cx:pt>
          <cx:pt idx="149">131.83000000000001</cx:pt>
          <cx:pt idx="150">113.262</cx:pt>
          <cx:pt idx="151">189.637</cx:pt>
          <cx:pt idx="152">217.577</cx:pt>
          <cx:pt idx="153">144.38999999999999</cx:pt>
          <cx:pt idx="154">159.22399999999999</cx:pt>
          <cx:pt idx="155">147.631</cx:pt>
          <cx:pt idx="156">137.02000000000001</cx:pt>
          <cx:pt idx="157">189.244</cx:pt>
          <cx:pt idx="158">109.873</cx:pt>
          <cx:pt idx="159">129.179</cx:pt>
          <cx:pt idx="160">237.63999999999999</cx:pt>
          <cx:pt idx="161">126.68899999999999</cx:pt>
          <cx:pt idx="162">321.69499999999999</cx:pt>
          <cx:pt idx="163">137.965</cx:pt>
          <cx:pt idx="164">121.364</cx:pt>
          <cx:pt idx="165">165.203</cx:pt>
          <cx:pt idx="166">219.61000000000001</cx:pt>
          <cx:pt idx="167">124.702</cx:pt>
          <cx:pt idx="168">183.70599999999999</cx:pt>
          <cx:pt idx="169">190.83699999999999</cx:pt>
          <cx:pt idx="170">162.036</cx:pt>
          <cx:pt idx="171">247.52199999999999</cx:pt>
          <cx:pt idx="172">218.41999999999999</cx:pt>
          <cx:pt idx="173">206.20500000000001</cx:pt>
          <cx:pt idx="174">125.815</cx:pt>
          <cx:pt idx="175">134.642</cx:pt>
          <cx:pt idx="176">168.29599999999999</cx:pt>
          <cx:pt idx="177">100.185</cx:pt>
          <cx:pt idx="178">129.495</cx:pt>
          <cx:pt idx="179">138.62299999999999</cx:pt>
          <cx:pt idx="180">181.285</cx:pt>
          <cx:pt idx="181">192.44800000000001</cx:pt>
          <cx:pt idx="182">133.91300000000001</cx:pt>
          <cx:pt idx="183">164.03800000000001</cx:pt>
          <cx:pt idx="184">334.14100000000002</cx:pt>
          <cx:pt idx="185">165.566</cx:pt>
          <cx:pt idx="186">166.751</cx:pt>
          <cx:pt idx="187">113.752</cx:pt>
          <cx:pt idx="188">214.374</cx:pt>
          <cx:pt idx="189">228.15000000000001</cx:pt>
          <cx:pt idx="190">164.70400000000001</cx:pt>
          <cx:pt idx="191">118.212</cx:pt>
          <cx:pt idx="192">251.77199999999999</cx:pt>
          <cx:pt idx="193">201.66999999999999</cx:pt>
          <cx:pt idx="194">250.75999999999999</cx:pt>
          <cx:pt idx="195">155.19900000000001</cx:pt>
          <cx:pt idx="196">102.5</cx:pt>
          <cx:pt idx="197">114.154</cx:pt>
          <cx:pt idx="198">228.53299999999999</cx:pt>
          <cx:pt idx="199">420.25200000000001</cx:pt>
          <cx:pt idx="200">149.405</cx:pt>
          <cx:pt idx="201">105.69199999999999</cx:pt>
          <cx:pt idx="202">191.28100000000001</cx:pt>
          <cx:pt idx="203">173.661</cx:pt>
          <cx:pt idx="204">242.584</cx:pt>
          <cx:pt idx="205">165.792</cx:pt>
          <cx:pt idx="206">174.767</cx:pt>
          <cx:pt idx="207">159.17699999999999</cx:pt>
          <cx:pt idx="208">336.84500000000003</cx:pt>
          <cx:pt idx="209">236.196</cx:pt>
          <cx:pt idx="210">219.75200000000001</cx:pt>
          <cx:pt idx="211">212.97300000000001</cx:pt>
          <cx:pt idx="212">178.983</cx:pt>
          <cx:pt idx="213">182.46899999999999</cx:pt>
          <cx:pt idx="214">169.47300000000001</cx:pt>
          <cx:pt idx="215">198.16399999999999</cx:pt>
          <cx:pt idx="216">258.83499999999998</cx:pt>
          <cx:pt idx="217">323.952</cx:pt>
          <cx:pt idx="218">215.56100000000001</cx:pt>
          <cx:pt idx="219">153.56800000000001</cx:pt>
          <cx:pt idx="220">280.07299999999998</cx:pt>
          <cx:pt idx="221">204.44900000000001</cx:pt>
          <cx:pt idx="222">271.09399999999999</cx:pt>
          <cx:pt idx="223">177.059</cx:pt>
          <cx:pt idx="224">215.08699999999999</cx:pt>
          <cx:pt idx="225">291.17000000000002</cx:pt>
          <cx:pt idx="226">220.19900000000001</cx:pt>
          <cx:pt idx="227">179.505</cx:pt>
          <cx:pt idx="228">257.11099999999999</cx:pt>
          <cx:pt idx="229">232.75200000000001</cx:pt>
          <cx:pt idx="230">181.208</cx:pt>
          <cx:pt idx="231">223.37100000000001</cx:pt>
          <cx:pt idx="232">155.31800000000001</cx:pt>
          <cx:pt idx="233">246.369</cx:pt>
          <cx:pt idx="234">209.94200000000001</cx:pt>
          <cx:pt idx="235">185.83699999999999</cx:pt>
          <cx:pt idx="236">188.267</cx:pt>
          <cx:pt idx="237">230.34999999999999</cx:pt>
          <cx:pt idx="238">152.44200000000001</cx:pt>
          <cx:pt idx="239">180.79499999999999</cx:pt>
          <cx:pt idx="240">161.93299999999999</cx:pt>
          <cx:pt idx="241">149.50800000000001</cx:pt>
          <cx:pt idx="242">215.708</cx:pt>
          <cx:pt idx="243">151.53800000000001</cx:pt>
          <cx:pt idx="244">137.202</cx:pt>
          <cx:pt idx="245">164.797</cx:pt>
          <cx:pt idx="246">163.98500000000001</cx:pt>
          <cx:pt idx="247">292.68099999999998</cx:pt>
          <cx:pt idx="248">180.78800000000001</cx:pt>
          <cx:pt idx="249">179.02099999999999</cx:pt>
          <cx:pt idx="250">504.53399999999999</cx:pt>
          <cx:pt idx="251">274.00900000000001</cx:pt>
          <cx:pt idx="252">176.83699999999999</cx:pt>
          <cx:pt idx="253">203.18700000000001</cx:pt>
          <cx:pt idx="254">228.50399999999999</cx:pt>
          <cx:pt idx="255">299.10899999999998</cx:pt>
          <cx:pt idx="256">230.20400000000001</cx:pt>
          <cx:pt idx="257">238.16</cx:pt>
          <cx:pt idx="258">212.22200000000001</cx:pt>
          <cx:pt idx="259">235.77000000000001</cx:pt>
          <cx:pt idx="260">188.46000000000001</cx:pt>
          <cx:pt idx="261">196.58199999999999</cx:pt>
          <cx:pt idx="262">163.31200000000001</cx:pt>
          <cx:pt idx="263">137.54900000000001</cx:pt>
          <cx:pt idx="264">156.41999999999999</cx:pt>
          <cx:pt idx="265">268.178</cx:pt>
          <cx:pt idx="266">125.925</cx:pt>
          <cx:pt idx="267">174.67400000000001</cx:pt>
          <cx:pt idx="268">236.363</cx:pt>
          <cx:pt idx="269">199.82900000000001</cx:pt>
          <cx:pt idx="270">163.56899999999999</cx:pt>
          <cx:pt idx="271">154.81999999999999</cx:pt>
          <cx:pt idx="272">206.48500000000001</cx:pt>
          <cx:pt idx="273">305.73399999999998</cx:pt>
          <cx:pt idx="274">200.864</cx:pt>
          <cx:pt idx="275">234.43299999999999</cx:pt>
          <cx:pt idx="276">317.37</cx:pt>
          <cx:pt idx="277">199.94999999999999</cx:pt>
          <cx:pt idx="278">178.108</cx:pt>
          <cx:pt idx="279">240.09</cx:pt>
          <cx:pt idx="280">310.33499999999998</cx:pt>
          <cx:pt idx="281">169.24600000000001</cx:pt>
          <cx:pt idx="282">234.249</cx:pt>
          <cx:pt idx="283">179.90199999999999</cx:pt>
          <cx:pt idx="284">230.20699999999999</cx:pt>
          <cx:pt idx="285">227.001</cx:pt>
          <cx:pt idx="286">214.15799999999999</cx:pt>
          <cx:pt idx="287">145.71600000000001</cx:pt>
          <cx:pt idx="288">199.42599999999999</cx:pt>
          <cx:pt idx="289">248.785</cx:pt>
          <cx:pt idx="290">199.43000000000001</cx:pt>
          <cx:pt idx="291">190.91300000000001</cx:pt>
          <cx:pt idx="292">197.90799999999999</cx:pt>
          <cx:pt idx="293">313.154</cx:pt>
          <cx:pt idx="294">519.90499999999997</cx:pt>
          <cx:pt idx="295">141.745</cx:pt>
          <cx:pt idx="296">166.09899999999999</cx:pt>
          <cx:pt idx="297">129.40000000000001</cx:pt>
          <cx:pt idx="298">272.226</cx:pt>
          <cx:pt idx="299">263.64699999999999</cx:pt>
          <cx:pt idx="300">249.625</cx:pt>
          <cx:pt idx="301">331.69</cx:pt>
          <cx:pt idx="302">237.68199999999999</cx:pt>
          <cx:pt idx="303">319.20100000000002</cx:pt>
          <cx:pt idx="304">337.10300000000001</cx:pt>
          <cx:pt idx="305">209.09999999999999</cx:pt>
          <cx:pt idx="306">397.70400000000001</cx:pt>
          <cx:pt idx="307">312.39999999999998</cx:pt>
          <cx:pt idx="308">189.36699999999999</cx:pt>
          <cx:pt idx="309">197.809</cx:pt>
          <cx:pt idx="310">260.43000000000001</cx:pt>
          <cx:pt idx="311">245.90700000000001</cx:pt>
          <cx:pt idx="312">154.82499999999999</cx:pt>
          <cx:pt idx="313">295.23899999999998</cx:pt>
          <cx:pt idx="314">212.26300000000001</cx:pt>
          <cx:pt idx="315">229.172</cx:pt>
          <cx:pt idx="316">154.63499999999999</cx:pt>
          <cx:pt idx="317">399.86900000000003</cx:pt>
          <cx:pt idx="318">215.88499999999999</cx:pt>
          <cx:pt idx="319">258.964</cx:pt>
          <cx:pt idx="320">231.96000000000001</cx:pt>
          <cx:pt idx="321">245.078</cx:pt>
          <cx:pt idx="322">263.66500000000002</cx:pt>
          <cx:pt idx="323">261.53399999999999</cx:pt>
          <cx:pt idx="324">238.33500000000001</cx:pt>
          <cx:pt idx="325">246.46700000000001</cx:pt>
          <cx:pt idx="326">227.459</cx:pt>
          <cx:pt idx="327">229.68000000000001</cx:pt>
          <cx:pt idx="328">245.80099999999999</cx:pt>
          <cx:pt idx="329">174.61500000000001</cx:pt>
          <cx:pt idx="330">215.48500000000001</cx:pt>
          <cx:pt idx="331">278.89600000000002</cx:pt>
          <cx:pt idx="332">274.00799999999998</cx:pt>
          <cx:pt idx="333">262.685</cx:pt>
          <cx:pt idx="334">244.53100000000001</cx:pt>
          <cx:pt idx="335">329.90199999999999</cx:pt>
          <cx:pt idx="336">193.721</cx:pt>
          <cx:pt idx="337">450.89100000000002</cx:pt>
          <cx:pt idx="338">252.41200000000001</cx:pt>
          <cx:pt idx="339">269.96699999999998</cx:pt>
          <cx:pt idx="340">278.87400000000002</cx:pt>
          <cx:pt idx="341">319.40600000000001</cx:pt>
          <cx:pt idx="342">189.57499999999999</cx:pt>
          <cx:pt idx="343">271.70400000000001</cx:pt>
          <cx:pt idx="344">260.03399999999999</cx:pt>
          <cx:pt idx="345">164.02799999999999</cx:pt>
          <cx:pt idx="346">268.65499999999997</cx:pt>
          <cx:pt idx="347">317.07100000000003</cx:pt>
          <cx:pt idx="348">237.35599999999999</cx:pt>
          <cx:pt idx="349">220.904</cx:pt>
          <cx:pt idx="350">252.905</cx:pt>
          <cx:pt idx="351">324.19099999999997</cx:pt>
          <cx:pt idx="352">242.398</cx:pt>
          <cx:pt idx="353">584.88300000000004</cx:pt>
          <cx:pt idx="354">222.21799999999999</cx:pt>
          <cx:pt idx="355">389.33100000000002</cx:pt>
          <cx:pt idx="356">413.34199999999998</cx:pt>
          <cx:pt idx="357">285.41699999999997</cx:pt>
          <cx:pt idx="358">259.94999999999999</cx:pt>
          <cx:pt idx="359">232.87</cx:pt>
          <cx:pt idx="360">414.78100000000001</cx:pt>
          <cx:pt idx="361">292.93200000000002</cx:pt>
          <cx:pt idx="362">217.92500000000001</cx:pt>
          <cx:pt idx="363">250.19</cx:pt>
          <cx:pt idx="364">232.03899999999999</cx:pt>
          <cx:pt idx="365">301.95400000000001</cx:pt>
          <cx:pt idx="366">392.04899999999998</cx:pt>
          <cx:pt idx="367">326.61099999999999</cx:pt>
          <cx:pt idx="368">182.56999999999999</cx:pt>
          <cx:pt idx="369">282.07799999999997</cx:pt>
          <cx:pt idx="370">223.20599999999999</cx:pt>
          <cx:pt idx="371">235.16999999999999</cx:pt>
          <cx:pt idx="372">243.53299999999999</cx:pt>
          <cx:pt idx="373">234.99100000000001</cx:pt>
          <cx:pt idx="374">260.05099999999999</cx:pt>
          <cx:pt idx="375">298.447</cx:pt>
          <cx:pt idx="376">371.94999999999999</cx:pt>
          <cx:pt idx="377">371.90600000000001</cx:pt>
          <cx:pt idx="378">211.43700000000001</cx:pt>
          <cx:pt idx="379">302.28899999999999</cx:pt>
          <cx:pt idx="380">280.74799999999999</cx:pt>
          <cx:pt idx="381">316.86700000000002</cx:pt>
          <cx:pt idx="382">352.03300000000002</cx:pt>
          <cx:pt idx="383">351.21899999999999</cx:pt>
          <cx:pt idx="384">316.77699999999999</cx:pt>
          <cx:pt idx="385">176.81800000000001</cx:pt>
          <cx:pt idx="386">301.34300000000002</cx:pt>
          <cx:pt idx="387">345.66500000000002</cx:pt>
          <cx:pt idx="388">316.483</cx:pt>
          <cx:pt idx="389">699.072</cx:pt>
          <cx:pt idx="390">152.28100000000001</cx:pt>
          <cx:pt idx="391">254.89099999999999</cx:pt>
          <cx:pt idx="392">301.01799999999997</cx:pt>
          <cx:pt idx="393">242.72300000000001</cx:pt>
          <cx:pt idx="394">289.21800000000002</cx:pt>
          <cx:pt idx="395">206.99600000000001</cx:pt>
          <cx:pt idx="396">193.773</cx:pt>
          <cx:pt idx="397">459.27999999999997</cx:pt>
          <cx:pt idx="398">250.43199999999999</cx:pt>
          <cx:pt idx="399">355.61200000000002</cx:pt>
          <cx:pt idx="400">311.62400000000002</cx:pt>
          <cx:pt idx="401">245.03999999999999</cx:pt>
          <cx:pt idx="402">322.18200000000002</cx:pt>
          <cx:pt idx="403">352.19400000000002</cx:pt>
          <cx:pt idx="404">333.077</cx:pt>
          <cx:pt idx="405">428.85599999999999</cx:pt>
          <cx:pt idx="406">250.68799999999999</cx:pt>
          <cx:pt idx="407">511.755</cx:pt>
          <cx:pt idx="408">231.73699999999999</cx:pt>
          <cx:pt idx="409">288.37900000000002</cx:pt>
          <cx:pt idx="410">410.14600000000002</cx:pt>
          <cx:pt idx="411">293.75200000000001</cx:pt>
          <cx:pt idx="412">473.69</cx:pt>
          <cx:pt idx="413">237.06399999999999</cx:pt>
          <cx:pt idx="414">393.226</cx:pt>
          <cx:pt idx="415">329.45499999999998</cx:pt>
          <cx:pt idx="416">643.53499999999997</cx:pt>
          <cx:pt idx="417">256.88299999999998</cx:pt>
          <cx:pt idx="418">346.815</cx:pt>
          <cx:pt idx="419">760.48299999999995</cx:pt>
          <cx:pt idx="420">373.54899999999998</cx:pt>
          <cx:pt idx="421">396.91000000000003</cx:pt>
          <cx:pt idx="422">376.41800000000001</cx:pt>
          <cx:pt idx="423">314.346</cx:pt>
          <cx:pt idx="424">271.26100000000002</cx:pt>
          <cx:pt idx="425">469.67099999999999</cx:pt>
          <cx:pt idx="426">442.66800000000001</cx:pt>
          <cx:pt idx="427">558.21699999999998</cx:pt>
          <cx:pt idx="428">249.33600000000001</cx:pt>
          <cx:pt idx="429">271.66699999999997</cx:pt>
          <cx:pt idx="430">346.70999999999998</cx:pt>
          <cx:pt idx="431">440.00299999999999</cx:pt>
          <cx:pt idx="432">310.59800000000001</cx:pt>
          <cx:pt idx="433">490.846</cx:pt>
          <cx:pt idx="434">508.44600000000003</cx:pt>
          <cx:pt idx="435">407.39600000000002</cx:pt>
          <cx:pt idx="436">362.50200000000001</cx:pt>
          <cx:pt idx="437">561.10000000000002</cx:pt>
          <cx:pt idx="438">300.54199999999997</cx:pt>
          <cx:pt idx="439">281.93299999999999</cx:pt>
          <cx:pt idx="440">241.41999999999999</cx:pt>
          <cx:pt idx="441">417.37200000000001</cx:pt>
          <cx:pt idx="442">351.42200000000003</cx:pt>
          <cx:pt idx="443">409.45600000000002</cx:pt>
          <cx:pt idx="444">386.78199999999998</cx:pt>
          <cx:pt idx="445">491.73399999999998</cx:pt>
          <cx:pt idx="446">373.42599999999999</cx:pt>
          <cx:pt idx="447">374.399</cx:pt>
          <cx:pt idx="448">324.541</cx:pt>
          <cx:pt idx="449">471.86599999999999</cx:pt>
          <cx:pt idx="450">241.904</cx:pt>
          <cx:pt idx="451">344.70499999999998</cx:pt>
          <cx:pt idx="452">715.00999999999999</cx:pt>
          <cx:pt idx="453">362.09699999999998</cx:pt>
          <cx:pt idx="454">284.40499999999997</cx:pt>
          <cx:pt idx="455">309.23700000000002</cx:pt>
          <cx:pt idx="456">705.29100000000005</cx:pt>
          <cx:pt idx="457">662.26700000000005</cx:pt>
          <cx:pt idx="458">371.68400000000003</cx:pt>
          <cx:pt idx="459">306.59300000000002</cx:pt>
          <cx:pt idx="460">335.61500000000001</cx:pt>
          <cx:pt idx="461">410.32600000000002</cx:pt>
          <cx:pt idx="462">456.77300000000002</cx:pt>
          <cx:pt idx="463">355.94799999999998</cx:pt>
          <cx:pt idx="464">511.78300000000002</cx:pt>
          <cx:pt idx="465">492.32299999999998</cx:pt>
          <cx:pt idx="466">360.32900000000001</cx:pt>
          <cx:pt idx="467">276.83100000000002</cx:pt>
          <cx:pt idx="468">442.94900000000001</cx:pt>
          <cx:pt idx="469">447.72300000000001</cx:pt>
          <cx:pt idx="470">506.38900000000001</cx:pt>
          <cx:pt idx="471">412.21300000000002</cx:pt>
          <cx:pt idx="472">365.35599999999999</cx:pt>
          <cx:pt idx="473">449.29700000000003</cx:pt>
          <cx:pt idx="474">388.44200000000001</cx:pt>
          <cx:pt idx="475">343.16000000000003</cx:pt>
          <cx:pt idx="476">382.50700000000001</cx:pt>
          <cx:pt idx="477">439.33600000000001</cx:pt>
          <cx:pt idx="478">747.97799999999995</cx:pt>
          <cx:pt idx="479">656.16800000000001</cx:pt>
          <cx:pt idx="480">423.517</cx:pt>
          <cx:pt idx="481">505.166</cx:pt>
          <cx:pt idx="482">443.68599999999998</cx:pt>
          <cx:pt idx="483">278.38600000000002</cx:pt>
          <cx:pt idx="484">510.791</cx:pt>
          <cx:pt idx="485">475.27800000000002</cx:pt>
          <cx:pt idx="486">454.44299999999998</cx:pt>
          <cx:pt idx="487">534.70699999999999</cx:pt>
          <cx:pt idx="488">491.97899999999998</cx:pt>
          <cx:pt idx="489">448.02999999999997</cx:pt>
          <cx:pt idx="490">574.08600000000001</cx:pt>
          <cx:pt idx="491">610.41099999999994</cx:pt>
          <cx:pt idx="492">350.678</cx:pt>
          <cx:pt idx="493">382.51900000000001</cx:pt>
          <cx:pt idx="494">546.83199999999999</cx:pt>
          <cx:pt idx="495">315.18400000000003</cx:pt>
          <cx:pt idx="496">380.81200000000001</cx:pt>
          <cx:pt idx="497">585.77999999999997</cx:pt>
          <cx:pt idx="498">337.572</cx:pt>
          <cx:pt idx="499">353.41399999999999</cx:pt>
          <cx:pt idx="500">445.27300000000002</cx:pt>
          <cx:pt idx="501">299.839</cx:pt>
          <cx:pt idx="502">410.32600000000002</cx:pt>
          <cx:pt idx="503">407.50799999999998</cx:pt>
          <cx:pt idx="504">472.86500000000001</cx:pt>
          <cx:pt idx="505">659.51700000000005</cx:pt>
          <cx:pt idx="506">441.512</cx:pt>
          <cx:pt idx="507">451.42000000000002</cx:pt>
          <cx:pt idx="508">807.375</cx:pt>
          <cx:pt idx="509">529.78999999999996</cx:pt>
          <cx:pt idx="510">476.78500000000003</cx:pt>
          <cx:pt idx="511">520.91999999999996</cx:pt>
          <cx:pt idx="512">410.32600000000002</cx:pt>
          <cx:pt idx="513">461.45299999999997</cx:pt>
          <cx:pt idx="514">456.91300000000001</cx:pt>
          <cx:pt idx="515">645.20899999999995</cx:pt>
          <cx:pt idx="516">626.69500000000005</cx:pt>
          <cx:pt idx="517">554.52999999999997</cx:pt>
          <cx:pt idx="518">341.91399999999999</cx:pt>
          <cx:pt idx="519">771.66999999999996</cx:pt>
          <cx:pt idx="520">532.505</cx:pt>
          <cx:pt idx="521">596.024</cx:pt>
          <cx:pt idx="522">507.21899999999999</cx:pt>
          <cx:pt idx="523">593.851</cx:pt>
          <cx:pt idx="524">542.99300000000005</cx:pt>
          <cx:pt idx="525">450.83999999999997</cx:pt>
          <cx:pt idx="526">741.33299999999997</cx:pt>
          <cx:pt idx="527">485.58199999999999</cx:pt>
          <cx:pt idx="528">442.512</cx:pt>
          <cx:pt idx="529">614.70699999999999</cx:pt>
          <cx:pt idx="530">527.74300000000005</cx:pt>
          <cx:pt idx="531">522.20600000000002</cx:pt>
          <cx:pt idx="532">496.69</cx:pt>
          <cx:pt idx="533">448.36799999999999</cx:pt>
          <cx:pt idx="534">741.41600000000005</cx:pt>
          <cx:pt idx="535">392.185</cx:pt>
          <cx:pt idx="536">745.16700000000003</cx:pt>
          <cx:pt idx="537">451.80099999999999</cx:pt>
          <cx:pt idx="538">687.70799999999997</cx:pt>
          <cx:pt idx="539">516.44200000000001</cx:pt>
          <cx:pt idx="540">369.00200000000001</cx:pt>
          <cx:pt idx="541">468.262</cx:pt>
          <cx:pt idx="542">502.476</cx:pt>
          <cx:pt idx="543">621.755</cx:pt>
          <cx:pt idx="544">358.53399999999999</cx:pt>
          <cx:pt idx="545">481.31700000000001</cx:pt>
          <cx:pt idx="546">517.94600000000003</cx:pt>
          <cx:pt idx="547">362.45400000000001</cx:pt>
          <cx:pt idx="548">416.15100000000001</cx:pt>
          <cx:pt idx="549">520.84500000000003</cx:pt>
          <cx:pt idx="550">553.03499999999997</cx:pt>
          <cx:pt idx="551">829.88400000000001</cx:pt>
          <cx:pt idx="552">474.66199999999998</cx:pt>
          <cx:pt idx="553">545.95799999999997</cx:pt>
          <cx:pt idx="554">658.37</cx:pt>
          <cx:pt idx="555">422.613</cx:pt>
          <cx:pt idx="556">484.93099999999998</cx:pt>
          <cx:pt idx="557">685.19000000000005</cx:pt>
          <cx:pt idx="558">772.38099999999997</cx:pt>
          <cx:pt idx="559">502.54199999999997</cx:pt>
          <cx:pt idx="560">607.69899999999996</cx:pt>
          <cx:pt idx="561">499.18299999999999</cx:pt>
          <cx:pt idx="562">823.94600000000003</cx:pt>
          <cx:pt idx="563">670.09199999999998</cx:pt>
          <cx:pt idx="564">877.05399999999997</cx:pt>
          <cx:pt idx="565">466.84300000000002</cx:pt>
          <cx:pt idx="566">764.44399999999996</cx:pt>
          <cx:pt idx="567">481.89999999999998</cx:pt>
          <cx:pt idx="568">628.41399999999999</cx:pt>
          <cx:pt idx="569">688.49300000000005</cx:pt>
          <cx:pt idx="570">525.65700000000004</cx:pt>
          <cx:pt idx="571">528.48000000000002</cx:pt>
          <cx:pt idx="572">473.815</cx:pt>
          <cx:pt idx="573">973.01400000000001</cx:pt>
          <cx:pt idx="574">607.65499999999997</cx:pt>
          <cx:pt idx="575">523.63499999999999</cx:pt>
          <cx:pt idx="576">931.18799999999999</cx:pt>
          <cx:pt idx="577">883.66899999999998</cx:pt>
          <cx:pt idx="578">583.327</cx:pt>
          <cx:pt idx="579">1219.338</cx:pt>
          <cx:pt idx="580">779.98299999999995</cx:pt>
          <cx:pt idx="581">826.92499999999995</cx:pt>
          <cx:pt idx="582">695.73599999999999</cx:pt>
          <cx:pt idx="583">855.71000000000004</cx:pt>
          <cx:pt idx="584">625.803</cx:pt>
          <cx:pt idx="585">728.90599999999995</cx:pt>
          <cx:pt idx="586">659.89300000000003</cx:pt>
          <cx:pt idx="587">543.05999999999995</cx:pt>
          <cx:pt idx="588">636.68299999999999</cx:pt>
          <cx:pt idx="589">686.11400000000003</cx:pt>
          <cx:pt idx="590">878.36599999999999</cx:pt>
          <cx:pt idx="591">713.30100000000004</cx:pt>
          <cx:pt idx="592">639.44399999999996</cx:pt>
          <cx:pt idx="593">446.92200000000003</cx:pt>
          <cx:pt idx="594">644.27599999999995</cx:pt>
          <cx:pt idx="595">920.41499999999996</cx:pt>
          <cx:pt idx="596">1071.55</cx:pt>
          <cx:pt idx="597">729.04600000000005</cx:pt>
          <cx:pt idx="598">687.09699999999998</cx:pt>
          <cx:pt idx="599">760.67600000000004</cx:pt>
          <cx:pt idx="600">597.65099999999995</cx:pt>
          <cx:pt idx="601">696.75800000000004</cx:pt>
          <cx:pt idx="602">608.13900000000001</cx:pt>
          <cx:pt idx="603">793.16200000000003</cx:pt>
          <cx:pt idx="604">1010.569</cx:pt>
          <cx:pt idx="605">569.78599999999994</cx:pt>
          <cx:pt idx="606">780.31700000000001</cx:pt>
          <cx:pt idx="607">731.22299999999996</cx:pt>
          <cx:pt idx="608">623.46500000000003</cx:pt>
          <cx:pt idx="609">628.226</cx:pt>
          <cx:pt idx="610">734.59900000000005</cx:pt>
          <cx:pt idx="611">892.51800000000003</cx:pt>
          <cx:pt idx="612">564.78899999999999</cx:pt>
          <cx:pt idx="613">723.48199999999997</cx:pt>
          <cx:pt idx="614">974.42200000000003</cx:pt>
          <cx:pt idx="615">877.72299999999996</cx:pt>
          <cx:pt idx="616">922.48400000000004</cx:pt>
          <cx:pt idx="617">1555.348</cx:pt>
          <cx:pt idx="618">1037.0450000000001</cx:pt>
          <cx:pt idx="619">1491.864</cx:pt>
          <cx:pt idx="620">822.83199999999999</cx:pt>
          <cx:pt idx="621">837.21000000000004</cx:pt>
          <cx:pt idx="622">799.57799999999997</cx:pt>
          <cx:pt idx="623">704.44000000000005</cx:pt>
          <cx:pt idx="624">877.44899999999996</cx:pt>
          <cx:pt idx="625">1056.105</cx:pt>
          <cx:pt idx="626">681.61599999999999</cx:pt>
          <cx:pt idx="627">791.29700000000003</cx:pt>
          <cx:pt idx="628">1406.4659999999999</cx:pt>
          <cx:pt idx="629">680.63300000000004</cx:pt>
          <cx:pt idx="630">1150.107</cx:pt>
          <cx:pt idx="631">752.78599999999994</cx:pt>
          <cx:pt idx="632">899.77300000000002</cx:pt>
          <cx:pt idx="633">997.375</cx:pt>
          <cx:pt idx="634">854.41499999999996</cx:pt>
          <cx:pt idx="635">1097.405</cx:pt>
          <cx:pt idx="636">865.31399999999996</cx:pt>
          <cx:pt idx="637">833.75300000000004</cx:pt>
          <cx:pt idx="638">689.77300000000002</cx:pt>
          <cx:pt idx="639">1012.9930000000001</cx:pt>
          <cx:pt idx="640">1199.297</cx:pt>
          <cx:pt idx="641">1245.9480000000001</cx:pt>
          <cx:pt idx="642">791.09100000000001</cx:pt>
          <cx:pt idx="643">925.11800000000005</cx:pt>
          <cx:pt idx="644">1531.4100000000001</cx:pt>
          <cx:pt idx="645">341.029</cx:pt>
          <cx:pt idx="646">983.08199999999999</cx:pt>
          <cx:pt idx="647">1046.345</cx:pt>
          <cx:pt idx="648">940.11400000000003</cx:pt>
          <cx:pt idx="649">1262.5920000000001</cx:pt>
          <cx:pt idx="650">1250.2380000000001</cx:pt>
          <cx:pt idx="651">673.13800000000003</cx:pt>
          <cx:pt idx="652">1143.6300000000001</cx:pt>
          <cx:pt idx="653">1069.962</cx:pt>
          <cx:pt idx="654">1024.335</cx:pt>
          <cx:pt idx="655">800.05799999999999</cx:pt>
          <cx:pt idx="656">1006.4640000000001</cx:pt>
          <cx:pt idx="657">1048.7650000000001</cx:pt>
          <cx:pt idx="658">1394.9870000000001</cx:pt>
          <cx:pt idx="659">822.61400000000003</cx:pt>
          <cx:pt idx="660">1061.4849999999999</cx:pt>
          <cx:pt idx="661">1226.3800000000001</cx:pt>
          <cx:pt idx="662">1305.3720000000001</cx:pt>
          <cx:pt idx="663">1175.1199999999999</cx:pt>
          <cx:pt idx="664">1266.472</cx:pt>
          <cx:pt idx="665">1389.335</cx:pt>
          <cx:pt idx="666">338.55799999999999</cx:pt>
          <cx:pt idx="667">1717.5799999999999</cx:pt>
          <cx:pt idx="668">1246.2270000000001</cx:pt>
          <cx:pt idx="669">1344.5540000000001</cx:pt>
          <cx:pt idx="670">909.19000000000005</cx:pt>
          <cx:pt idx="671">1554.5509999999999</cx:pt>
          <cx:pt idx="672">1690.903</cx:pt>
          <cx:pt idx="673">1029.8150000000001</cx:pt>
          <cx:pt idx="674">1615.537</cx:pt>
          <cx:pt idx="675">1261.1780000000001</cx:pt>
          <cx:pt idx="676">1254.316</cx:pt>
          <cx:pt idx="677">1566.913</cx:pt>
          <cx:pt idx="678">1454.835</cx:pt>
          <cx:pt idx="679">1662.5909999999999</cx:pt>
          <cx:pt idx="680">1364.376</cx:pt>
          <cx:pt idx="681">1405.2860000000001</cx:pt>
          <cx:pt idx="682">1578.9400000000001</cx:pt>
          <cx:pt idx="683">1329.163</cx:pt>
          <cx:pt idx="684">1342.771</cx:pt>
          <cx:pt idx="685">2061.7890000000002</cx:pt>
          <cx:pt idx="686">1887.681</cx:pt>
          <cx:pt idx="687">1737.037</cx:pt>
          <cx:pt idx="688">1421.5809999999999</cx:pt>
          <cx:pt idx="689">1491.681</cx:pt>
          <cx:pt idx="690">2169.587</cx:pt>
          <cx:pt idx="691">1848.6859999999999</cx:pt>
          <cx:pt idx="692">1680.644</cx:pt>
          <cx:pt idx="693">2071.9540000000002</cx:pt>
          <cx:pt idx="694">1680.924</cx:pt>
          <cx:pt idx="695">3032.2860000000001</cx:pt>
          <cx:pt idx="696">2630.326</cx:pt>
          <cx:pt idx="697">2862.643</cx:pt>
          <cx:pt idx="698">1724.53</cx:pt>
          <cx:pt idx="699">2229.3519999999999</cx:pt>
          <cx:pt idx="700">2191.9830000000002</cx:pt>
          <cx:pt idx="701">3101.0740000000001</cx:pt>
          <cx:pt idx="702">3890.9720000000002</cx:pt>
          <cx:pt idx="703">12674.829</cx:pt>
          <cx:pt idx="704">3188.9720000000002</cx:pt>
          <cx:pt idx="705">5472.1679999999997</cx:pt>
          <cx:pt idx="706">3135.5610000000001</cx:pt>
          <cx:pt idx="707">3777.5920000000001</cx:pt>
          <cx:pt idx="708">820.67899999999997</cx:pt>
          <cx:pt idx="709">3469.319</cx:pt>
          <cx:pt idx="710">7807.6930000000002</cx:pt>
          <cx:pt idx="711">3600.0219999999999</cx:pt>
          <cx:pt idx="712">4606.0069999999996</cx:pt>
          <cx:pt idx="713">5278.576</cx:pt>
          <cx:pt idx="714">9398.1260000000002</cx:pt>
          <cx:pt idx="715">5007.9300000000003</cx:pt>
          <cx:pt idx="716">7270.2179999999998</cx:pt>
        </cx:lvl>
      </cx:numDim>
    </cx:data>
  </cx:chartData>
  <cx:chart>
    <cx:title pos="t" align="ctr" overlay="0">
      <cx:tx>
        <cx:txData>
          <cx:v>Surface Area</cx:v>
        </cx:txData>
      </cx:tx>
      <cx:txPr>
        <a:bodyPr spcFirstLastPara="1" vertOverflow="ellipsis" horzOverflow="overflow" wrap="square" lIns="0" tIns="0" rIns="0" bIns="0" anchor="ctr" anchorCtr="1"/>
        <a:lstStyle/>
        <a:p>
          <a:pPr algn="ctr" rtl="0">
            <a:defRPr/>
          </a:pPr>
          <a:r>
            <a:rPr lang="en-US" sz="1400" b="0" i="0" u="none" strike="noStrike" baseline="0">
              <a:solidFill>
                <a:sysClr val="windowText" lastClr="000000">
                  <a:lumMod val="65000"/>
                  <a:lumOff val="35000"/>
                </a:sysClr>
              </a:solidFill>
              <a:latin typeface="Aptos Narrow" panose="02110004020202020204"/>
            </a:rPr>
            <a:t>Surface Area</a:t>
          </a:r>
        </a:p>
      </cx:txPr>
    </cx:title>
    <cx:plotArea>
      <cx:plotAreaRegion>
        <cx:series layoutId="clusteredColumn" uniqueId="{0D5C12D7-FAF9-45A7-B7FB-41115EA0BDD6}">
          <cx:tx>
            <cx:txData>
              <cx:f>'no leave edited'!$D$1</cx:f>
              <cx:v>Surface Area (mm²)</cx:v>
            </cx:txData>
          </cx:tx>
          <cx:dataLabels/>
          <cx:dataId val="0"/>
          <cx:layoutPr>
            <cx:binning intervalClosed="r" underflow="0" overflow="3000">
              <cx:binCount val="30"/>
            </cx:binning>
          </cx:layoutPr>
        </cx:series>
      </cx:plotAreaRegion>
      <cx:axis id="0">
        <cx:catScaling gapWidth="0"/>
        <cx:tickLabels/>
        <cx:numFmt formatCode="#,##0" sourceLinked="0"/>
      </cx:axis>
      <cx:axis id="1">
        <cx:valScaling max="250"/>
        <cx:majorGridlines/>
        <cx:tickLabels/>
      </cx:axis>
    </cx:plotArea>
  </cx:chart>
</cx:chartSpace>
</file>

<file path=ppt/charts/chartEx5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numDim type="val">
        <cx:f>'leave edited'!$E$2:$E$738</cx:f>
        <cx:lvl ptCount="737" formatCode="General">
          <cx:pt idx="0">10.555</cx:pt>
          <cx:pt idx="1">9.4220000000000006</cx:pt>
          <cx:pt idx="2">10.680999999999999</cx:pt>
          <cx:pt idx="3">18.091000000000001</cx:pt>
          <cx:pt idx="4">16.239000000000001</cx:pt>
          <cx:pt idx="5">13.417</cx:pt>
          <cx:pt idx="6">5.5679999999999996</cx:pt>
          <cx:pt idx="7">13.031000000000001</cx:pt>
          <cx:pt idx="8">11.305999999999999</cx:pt>
          <cx:pt idx="9">9.5690000000000008</cx:pt>
          <cx:pt idx="10">11.356</cx:pt>
          <cx:pt idx="11">17.530000000000001</cx:pt>
          <cx:pt idx="12">16.501000000000001</cx:pt>
          <cx:pt idx="13">17.808</cx:pt>
          <cx:pt idx="14">20.588000000000001</cx:pt>
          <cx:pt idx="15">8.8940000000000001</cx:pt>
          <cx:pt idx="16">19.797999999999998</cx:pt>
          <cx:pt idx="17">10.172000000000001</cx:pt>
          <cx:pt idx="18">13.643000000000001</cx:pt>
          <cx:pt idx="19">21.777999999999999</cx:pt>
          <cx:pt idx="20">19.66</cx:pt>
          <cx:pt idx="21">16.279</cx:pt>
          <cx:pt idx="22">27.366</cx:pt>
          <cx:pt idx="23">28.98</cx:pt>
          <cx:pt idx="24">14.151999999999999</cx:pt>
          <cx:pt idx="25">10.797000000000001</cx:pt>
          <cx:pt idx="26">15.18</cx:pt>
          <cx:pt idx="27">18.852</cx:pt>
          <cx:pt idx="28">18.126000000000001</cx:pt>
          <cx:pt idx="29">11.521000000000001</cx:pt>
          <cx:pt idx="30">18.407</cx:pt>
          <cx:pt idx="31">15.388</cx:pt>
          <cx:pt idx="32">17.786999999999999</cx:pt>
          <cx:pt idx="33">20.285</cx:pt>
          <cx:pt idx="34">16.001000000000001</cx:pt>
          <cx:pt idx="35">25.457000000000001</cx:pt>
          <cx:pt idx="36">19.817</cx:pt>
          <cx:pt idx="37">29.428999999999998</cx:pt>
          <cx:pt idx="38">39.366</cx:pt>
          <cx:pt idx="39">11.577</cx:pt>
          <cx:pt idx="40">12.058</cx:pt>
          <cx:pt idx="41">10.811</cx:pt>
          <cx:pt idx="42">16.923999999999999</cx:pt>
          <cx:pt idx="43">16.231000000000002</cx:pt>
          <cx:pt idx="44">23.827999999999999</cx:pt>
          <cx:pt idx="45">31.068999999999999</cx:pt>
          <cx:pt idx="46">11.164999999999999</cx:pt>
          <cx:pt idx="47">16.594999999999999</cx:pt>
          <cx:pt idx="48">8.5730000000000004</cx:pt>
          <cx:pt idx="49">16.606000000000002</cx:pt>
          <cx:pt idx="50">24.727</cx:pt>
          <cx:pt idx="51">17.477</cx:pt>
          <cx:pt idx="52">19.91</cx:pt>
          <cx:pt idx="53">10.153</cx:pt>
          <cx:pt idx="54">13.566000000000001</cx:pt>
          <cx:pt idx="55">13.582000000000001</cx:pt>
          <cx:pt idx="56">10.864000000000001</cx:pt>
          <cx:pt idx="57">21.765999999999998</cx:pt>
          <cx:pt idx="58">12.507999999999999</cx:pt>
          <cx:pt idx="59">21.27</cx:pt>
          <cx:pt idx="60">23.135000000000002</cx:pt>
          <cx:pt idx="61">11.345000000000001</cx:pt>
          <cx:pt idx="62">16.507999999999999</cx:pt>
          <cx:pt idx="63">16.715</cx:pt>
          <cx:pt idx="64">15.782999999999999</cx:pt>
          <cx:pt idx="65">12.217000000000001</cx:pt>
          <cx:pt idx="66">13.003</cx:pt>
          <cx:pt idx="67">17.268000000000001</cx:pt>
          <cx:pt idx="68">17.524000000000001</cx:pt>
          <cx:pt idx="69">14.587999999999999</cx:pt>
          <cx:pt idx="70">14.859999999999999</cx:pt>
          <cx:pt idx="71">21.957999999999998</cx:pt>
          <cx:pt idx="72">26.157</cx:pt>
          <cx:pt idx="73">27.780999999999999</cx:pt>
          <cx:pt idx="74">10.771000000000001</cx:pt>
          <cx:pt idx="75">27.59</cx:pt>
          <cx:pt idx="76">15.686999999999999</cx:pt>
          <cx:pt idx="77">27.698</cx:pt>
          <cx:pt idx="78">13.285</cx:pt>
          <cx:pt idx="79">14.379</cx:pt>
          <cx:pt idx="80">22.875</cx:pt>
          <cx:pt idx="81">21.806000000000001</cx:pt>
          <cx:pt idx="82">17.774000000000001</cx:pt>
          <cx:pt idx="83">14.962999999999999</cx:pt>
          <cx:pt idx="84">23.824000000000002</cx:pt>
          <cx:pt idx="85">14.801</cx:pt>
          <cx:pt idx="86">32.210999999999999</cx:pt>
          <cx:pt idx="87">32.520000000000003</cx:pt>
          <cx:pt idx="88">30.495000000000001</cx:pt>
          <cx:pt idx="89">44.372999999999998</cx:pt>
          <cx:pt idx="90">19.327000000000002</cx:pt>
          <cx:pt idx="91">12.353</cx:pt>
          <cx:pt idx="92">8.8140000000000001</cx:pt>
          <cx:pt idx="93">13.992000000000001</cx:pt>
          <cx:pt idx="94">19.707000000000001</cx:pt>
          <cx:pt idx="95">14.403</cx:pt>
          <cx:pt idx="96">9.3800000000000008</cx:pt>
          <cx:pt idx="97">30.798999999999999</cx:pt>
          <cx:pt idx="98">29.488</cx:pt>
          <cx:pt idx="99">12.460000000000001</cx:pt>
          <cx:pt idx="100">16.571999999999999</cx:pt>
          <cx:pt idx="101">9.6579999999999995</cx:pt>
          <cx:pt idx="102">15.856999999999999</cx:pt>
          <cx:pt idx="103">5.8079999999999998</cx:pt>
          <cx:pt idx="104">13.901999999999999</cx:pt>
          <cx:pt idx="105">26.803999999999998</cx:pt>
          <cx:pt idx="106">23.533999999999999</cx:pt>
          <cx:pt idx="107">19.120000000000001</cx:pt>
          <cx:pt idx="108">24.361999999999998</cx:pt>
          <cx:pt idx="109">29.280000000000001</cx:pt>
          <cx:pt idx="110">26.763000000000002</cx:pt>
          <cx:pt idx="111">32.951999999999998</cx:pt>
          <cx:pt idx="112">11.146000000000001</cx:pt>
          <cx:pt idx="113">7.4130000000000003</cx:pt>
          <cx:pt idx="114">12.678000000000001</cx:pt>
          <cx:pt idx="115">12.847</cx:pt>
          <cx:pt idx="116">12.605</cx:pt>
          <cx:pt idx="117">10.715999999999999</cx:pt>
          <cx:pt idx="118">22.597000000000001</cx:pt>
          <cx:pt idx="119">9.7579999999999991</cx:pt>
          <cx:pt idx="120">32.045000000000002</cx:pt>
          <cx:pt idx="121">25.225000000000001</cx:pt>
          <cx:pt idx="122">8.7119999999999997</cx:pt>
          <cx:pt idx="123">14.007</cx:pt>
          <cx:pt idx="124">18.042999999999999</cx:pt>
          <cx:pt idx="125">15.815</cx:pt>
          <cx:pt idx="126">17.667999999999999</cx:pt>
          <cx:pt idx="127">17.039000000000001</cx:pt>
          <cx:pt idx="128">22.228000000000002</cx:pt>
          <cx:pt idx="129">17.562999999999999</cx:pt>
          <cx:pt idx="130">28.507999999999999</cx:pt>
          <cx:pt idx="131">31.244</cx:pt>
          <cx:pt idx="132">39.033999999999999</cx:pt>
          <cx:pt idx="133">14.882</cx:pt>
          <cx:pt idx="134">9.1560000000000006</cx:pt>
          <cx:pt idx="135">21.745000000000001</cx:pt>
          <cx:pt idx="136">13.632</cx:pt>
          <cx:pt idx="137">10.289</cx:pt>
          <cx:pt idx="138">23.536999999999999</cx:pt>
          <cx:pt idx="139">12.27</cx:pt>
          <cx:pt idx="140">27.643000000000001</cx:pt>
          <cx:pt idx="141">24.641999999999999</cx:pt>
          <cx:pt idx="142">15.960000000000001</cx:pt>
          <cx:pt idx="143">17.763999999999999</cx:pt>
          <cx:pt idx="144">11.486000000000001</cx:pt>
          <cx:pt idx="145">9.5169999999999995</cx:pt>
          <cx:pt idx="146">11.824999999999999</cx:pt>
          <cx:pt idx="147">24.521000000000001</cx:pt>
          <cx:pt idx="148">18.507000000000001</cx:pt>
          <cx:pt idx="149">36.213999999999999</cx:pt>
          <cx:pt idx="150">31.657</cx:pt>
          <cx:pt idx="151">27.466999999999999</cx:pt>
          <cx:pt idx="152">11.173999999999999</cx:pt>
          <cx:pt idx="153">24.853999999999999</cx:pt>
          <cx:pt idx="154">32.776000000000003</cx:pt>
          <cx:pt idx="155">17.356000000000002</cx:pt>
          <cx:pt idx="156">25.030000000000001</cx:pt>
          <cx:pt idx="157">16.363</cx:pt>
          <cx:pt idx="158">32.633000000000003</cx:pt>
          <cx:pt idx="159">32.856999999999999</cx:pt>
          <cx:pt idx="160">48.274000000000001</cx:pt>
          <cx:pt idx="161">14.348000000000001</cx:pt>
          <cx:pt idx="162">23.343</cx:pt>
          <cx:pt idx="163">9.4909999999999997</cx:pt>
          <cx:pt idx="164">20.027999999999999</cx:pt>
          <cx:pt idx="165">17.876999999999999</cx:pt>
          <cx:pt idx="166">11.33</cx:pt>
          <cx:pt idx="167">27.704999999999998</cx:pt>
          <cx:pt idx="168">21.323</cx:pt>
          <cx:pt idx="169">18.405999999999999</cx:pt>
          <cx:pt idx="170">49.112000000000002</cx:pt>
          <cx:pt idx="171">12.563000000000001</cx:pt>
          <cx:pt idx="172">16.687000000000001</cx:pt>
          <cx:pt idx="173">23.870999999999999</cx:pt>
          <cx:pt idx="174">10.442</cx:pt>
          <cx:pt idx="175">23.925999999999998</cx:pt>
          <cx:pt idx="176">15.885</cx:pt>
          <cx:pt idx="177">23.782</cx:pt>
          <cx:pt idx="178">31.776</cx:pt>
          <cx:pt idx="179">41.405000000000001</cx:pt>
          <cx:pt idx="180">7.6840000000000002</cx:pt>
          <cx:pt idx="181">17.463000000000001</cx:pt>
          <cx:pt idx="182">15.880000000000001</cx:pt>
          <cx:pt idx="183">11.771000000000001</cx:pt>
          <cx:pt idx="184">41.164000000000001</cx:pt>
          <cx:pt idx="185">18.425999999999998</cx:pt>
          <cx:pt idx="186">16.167000000000002</cx:pt>
          <cx:pt idx="187">36.905000000000001</cx:pt>
          <cx:pt idx="188">9.9610000000000003</cx:pt>
          <cx:pt idx="189">16.196999999999999</cx:pt>
          <cx:pt idx="190">11.804</cx:pt>
          <cx:pt idx="191">33.332000000000001</cx:pt>
          <cx:pt idx="192">16.664000000000001</cx:pt>
          <cx:pt idx="193">25.951000000000001</cx:pt>
          <cx:pt idx="194">16.696000000000002</cx:pt>
          <cx:pt idx="195">21.527999999999999</cx:pt>
          <cx:pt idx="196">28.277000000000001</cx:pt>
          <cx:pt idx="197">12.282999999999999</cx:pt>
          <cx:pt idx="198">33.268999999999998</cx:pt>
          <cx:pt idx="199">14.515000000000001</cx:pt>
          <cx:pt idx="200">9.032</cx:pt>
          <cx:pt idx="201">11.852</cx:pt>
          <cx:pt idx="202">37.064999999999998</cx:pt>
          <cx:pt idx="203">25.190999999999999</cx:pt>
          <cx:pt idx="204">28.853999999999999</cx:pt>
          <cx:pt idx="205">27.93</cx:pt>
          <cx:pt idx="206">20.890000000000001</cx:pt>
          <cx:pt idx="207">13.324</cx:pt>
          <cx:pt idx="208">27.408000000000001</cx:pt>
          <cx:pt idx="209">14.461</cx:pt>
          <cx:pt idx="210">12.884</cx:pt>
          <cx:pt idx="211">13.243</cx:pt>
          <cx:pt idx="212">14.096</cx:pt>
          <cx:pt idx="213">12.646000000000001</cx:pt>
          <cx:pt idx="214">16.507999999999999</cx:pt>
          <cx:pt idx="215">34.131</cx:pt>
          <cx:pt idx="216">21.908000000000001</cx:pt>
          <cx:pt idx="217">12.548999999999999</cx:pt>
          <cx:pt idx="218">13.117000000000001</cx:pt>
          <cx:pt idx="219">22.712</cx:pt>
          <cx:pt idx="220">38.029000000000003</cx:pt>
          <cx:pt idx="221">9.0419999999999998</cx:pt>
          <cx:pt idx="222">9.1300000000000008</cx:pt>
          <cx:pt idx="223">20.125</cx:pt>
          <cx:pt idx="224">20.187999999999999</cx:pt>
          <cx:pt idx="225">17.068000000000001</cx:pt>
          <cx:pt idx="226">25.411000000000001</cx:pt>
          <cx:pt idx="227">25.065999999999999</cx:pt>
          <cx:pt idx="228">16.186</cx:pt>
          <cx:pt idx="229">9.4469999999999992</cx:pt>
          <cx:pt idx="230">18.744</cx:pt>
          <cx:pt idx="231">16.873999999999999</cx:pt>
          <cx:pt idx="232">14.109999999999999</cx:pt>
          <cx:pt idx="233">22.885000000000002</cx:pt>
          <cx:pt idx="234">26.407</cx:pt>
          <cx:pt idx="235">34.747999999999998</cx:pt>
          <cx:pt idx="236">32.271000000000001</cx:pt>
          <cx:pt idx="237">20.170000000000002</cx:pt>
          <cx:pt idx="238">20.091999999999999</cx:pt>
          <cx:pt idx="239">20.550999999999998</cx:pt>
          <cx:pt idx="240">24.207000000000001</cx:pt>
          <cx:pt idx="241">23.355</cx:pt>
          <cx:pt idx="242">21.381</cx:pt>
          <cx:pt idx="243">28.091000000000001</cx:pt>
          <cx:pt idx="244">32.978000000000002</cx:pt>
          <cx:pt idx="245">16.396999999999998</cx:pt>
          <cx:pt idx="246">9.8740000000000006</cx:pt>
          <cx:pt idx="247">14.193</cx:pt>
          <cx:pt idx="248">19.652999999999999</cx:pt>
          <cx:pt idx="249">24.821000000000002</cx:pt>
          <cx:pt idx="250">40.222000000000001</cx:pt>
          <cx:pt idx="251">41.128999999999998</cx:pt>
          <cx:pt idx="252">34.814999999999998</cx:pt>
          <cx:pt idx="253">36.424999999999997</cx:pt>
          <cx:pt idx="254">31.094000000000001</cx:pt>
          <cx:pt idx="255">29.773</cx:pt>
          <cx:pt idx="256">22.998000000000001</cx:pt>
          <cx:pt idx="257">20.962</cx:pt>
          <cx:pt idx="258">22.763999999999999</cx:pt>
          <cx:pt idx="259">19.943999999999999</cx:pt>
          <cx:pt idx="260">19.934999999999999</cx:pt>
          <cx:pt idx="261">24.725000000000001</cx:pt>
          <cx:pt idx="262">11.327</cx:pt>
          <cx:pt idx="263">7.3789999999999996</cx:pt>
          <cx:pt idx="264">11.788</cx:pt>
          <cx:pt idx="265">28.905999999999999</cx:pt>
          <cx:pt idx="266">30.088999999999999</cx:pt>
          <cx:pt idx="267">41.834000000000003</cx:pt>
          <cx:pt idx="268">42.936</cx:pt>
          <cx:pt idx="269">47.387999999999998</cx:pt>
          <cx:pt idx="270">44.372999999999998</cx:pt>
          <cx:pt idx="271">20.309999999999999</cx:pt>
          <cx:pt idx="272">17.443000000000001</cx:pt>
          <cx:pt idx="273">27.984000000000002</cx:pt>
          <cx:pt idx="274">19.562999999999999</cx:pt>
          <cx:pt idx="275">21.779</cx:pt>
          <cx:pt idx="276">28.297000000000001</cx:pt>
          <cx:pt idx="277">36.673999999999999</cx:pt>
          <cx:pt idx="278">10.384</cx:pt>
          <cx:pt idx="279">12.503</cx:pt>
          <cx:pt idx="280">25.859000000000002</cx:pt>
          <cx:pt idx="281">17.474</cx:pt>
          <cx:pt idx="282">21.289999999999999</cx:pt>
          <cx:pt idx="283">26.48</cx:pt>
          <cx:pt idx="284">10.662000000000001</cx:pt>
          <cx:pt idx="285">36.155000000000001</cx:pt>
          <cx:pt idx="286">36.664000000000001</cx:pt>
          <cx:pt idx="287">34.037999999999997</cx:pt>
          <cx:pt idx="288">30.683</cx:pt>
          <cx:pt idx="289">23.797000000000001</cx:pt>
          <cx:pt idx="290">18.117999999999999</cx:pt>
          <cx:pt idx="291">15.422000000000001</cx:pt>
          <cx:pt idx="292">12.602</cx:pt>
          <cx:pt idx="293">40.046999999999997</cx:pt>
          <cx:pt idx="294">14.052</cx:pt>
          <cx:pt idx="295">42.594000000000001</cx:pt>
          <cx:pt idx="296">13.907</cx:pt>
          <cx:pt idx="297">23.885000000000002</cx:pt>
          <cx:pt idx="298">30.254999999999999</cx:pt>
          <cx:pt idx="299">40.314</cx:pt>
          <cx:pt idx="300">23.821999999999999</cx:pt>
          <cx:pt idx="301">11.138999999999999</cx:pt>
          <cx:pt idx="302">22.756</cx:pt>
          <cx:pt idx="303">25.978000000000002</cx:pt>
          <cx:pt idx="304">7.407</cx:pt>
          <cx:pt idx="305">20.09</cx:pt>
          <cx:pt idx="306">24.771999999999998</cx:pt>
          <cx:pt idx="307">17.620999999999999</cx:pt>
          <cx:pt idx="308">25.745999999999999</cx:pt>
          <cx:pt idx="309">24.763000000000002</cx:pt>
          <cx:pt idx="310">37.365000000000002</cx:pt>
          <cx:pt idx="311">25.686</cx:pt>
          <cx:pt idx="312">46.024000000000001</cx:pt>
          <cx:pt idx="313">34.149999999999999</cx:pt>
          <cx:pt idx="314">9.5429999999999993</cx:pt>
          <cx:pt idx="315">13.896000000000001</cx:pt>
          <cx:pt idx="316">44.558999999999997</cx:pt>
          <cx:pt idx="317">17.946999999999999</cx:pt>
          <cx:pt idx="318">8.3480000000000008</cx:pt>
          <cx:pt idx="319">16.872</cx:pt>
          <cx:pt idx="320">22.43</cx:pt>
          <cx:pt idx="321">17.696000000000002</cx:pt>
          <cx:pt idx="322">31.969999999999999</cx:pt>
          <cx:pt idx="323">25.922999999999998</cx:pt>
          <cx:pt idx="324">18.010999999999999</cx:pt>
          <cx:pt idx="325">12.347</cx:pt>
          <cx:pt idx="326">14.286</cx:pt>
          <cx:pt idx="327">22.513999999999999</cx:pt>
          <cx:pt idx="328">30.143000000000001</cx:pt>
          <cx:pt idx="329">31.989000000000001</cx:pt>
          <cx:pt idx="330">40.656999999999996</cx:pt>
          <cx:pt idx="331">17.364999999999998</cx:pt>
          <cx:pt idx="332">13.997999999999999</cx:pt>
          <cx:pt idx="333">26.326000000000001</cx:pt>
          <cx:pt idx="334">20.280999999999999</cx:pt>
          <cx:pt idx="335">30.626000000000001</cx:pt>
          <cx:pt idx="336">19.369</cx:pt>
          <cx:pt idx="337">25.329000000000001</cx:pt>
          <cx:pt idx="338">24.367000000000001</cx:pt>
          <cx:pt idx="339">34.359000000000002</cx:pt>
          <cx:pt idx="340">33.286999999999999</cx:pt>
          <cx:pt idx="341">40.329000000000001</cx:pt>
          <cx:pt idx="342">27.611999999999998</cx:pt>
          <cx:pt idx="343">25.972000000000001</cx:pt>
          <cx:pt idx="344">12.487</cx:pt>
          <cx:pt idx="345">20.344000000000001</cx:pt>
          <cx:pt idx="346">17.956</cx:pt>
          <cx:pt idx="347">15.57</cx:pt>
          <cx:pt idx="348">31.251000000000001</cx:pt>
          <cx:pt idx="349">17.745999999999999</cx:pt>
          <cx:pt idx="350">45.034999999999997</cx:pt>
          <cx:pt idx="351">46.652999999999999</cx:pt>
          <cx:pt idx="352">27.866</cx:pt>
          <cx:pt idx="353">15.161</cx:pt>
          <cx:pt idx="354">18.329999999999998</cx:pt>
          <cx:pt idx="355">58.475999999999999</cx:pt>
          <cx:pt idx="356">16.251999999999999</cx:pt>
          <cx:pt idx="357">22.800999999999998</cx:pt>
          <cx:pt idx="358">38.857999999999997</cx:pt>
          <cx:pt idx="359">32.627000000000002</cx:pt>
          <cx:pt idx="360">11.864000000000001</cx:pt>
          <cx:pt idx="361">24.952000000000002</cx:pt>
          <cx:pt idx="362">27.324999999999999</cx:pt>
          <cx:pt idx="363">49.581000000000003</cx:pt>
          <cx:pt idx="364">42.625999999999998</cx:pt>
          <cx:pt idx="365">21.576000000000001</cx:pt>
          <cx:pt idx="366">44.564</cx:pt>
          <cx:pt idx="367">11.468</cx:pt>
          <cx:pt idx="368">9.8239999999999998</cx:pt>
          <cx:pt idx="369">35.317</cx:pt>
          <cx:pt idx="370">15.743</cx:pt>
          <cx:pt idx="371">9.2789999999999999</cx:pt>
          <cx:pt idx="372">20.757000000000001</cx:pt>
          <cx:pt idx="373">24.384</cx:pt>
          <cx:pt idx="374">11.005000000000001</cx:pt>
          <cx:pt idx="375">15.557</cx:pt>
          <cx:pt idx="376">30.163</cx:pt>
          <cx:pt idx="377">10.429</cx:pt>
          <cx:pt idx="378">24.401</cx:pt>
          <cx:pt idx="379">16.085000000000001</cx:pt>
          <cx:pt idx="380">17.414000000000001</cx:pt>
          <cx:pt idx="381">11.725</cx:pt>
          <cx:pt idx="382">17.404</cx:pt>
          <cx:pt idx="383">15.932</cx:pt>
          <cx:pt idx="384">17.16</cx:pt>
          <cx:pt idx="385">18.295000000000002</cx:pt>
          <cx:pt idx="386">33.079000000000001</cx:pt>
          <cx:pt idx="387">27.831</cx:pt>
          <cx:pt idx="388">38.420000000000002</cx:pt>
          <cx:pt idx="389">12.914999999999999</cx:pt>
          <cx:pt idx="390">15.336</cx:pt>
          <cx:pt idx="391">22.359000000000002</cx:pt>
          <cx:pt idx="392">15.666</cx:pt>
          <cx:pt idx="393">45.503</cx:pt>
          <cx:pt idx="394">14.007</cx:pt>
          <cx:pt idx="395">49.741</cx:pt>
          <cx:pt idx="396">40.415999999999997</cx:pt>
          <cx:pt idx="397">14.832000000000001</cx:pt>
          <cx:pt idx="398">17.821999999999999</cx:pt>
          <cx:pt idx="399">19.128</cx:pt>
          <cx:pt idx="400">36.549999999999997</cx:pt>
          <cx:pt idx="401">29.390999999999998</cx:pt>
          <cx:pt idx="402">53.631999999999998</cx:pt>
          <cx:pt idx="403">28.555</cx:pt>
          <cx:pt idx="404">24.768000000000001</cx:pt>
          <cx:pt idx="405">39.893000000000001</cx:pt>
          <cx:pt idx="406">40.210000000000001</cx:pt>
          <cx:pt idx="407">25.484000000000002</cx:pt>
          <cx:pt idx="408">25.239999999999998</cx:pt>
          <cx:pt idx="409">31.545000000000002</cx:pt>
          <cx:pt idx="410">56.594999999999999</cx:pt>
          <cx:pt idx="411">54.951000000000001</cx:pt>
          <cx:pt idx="412">22.859000000000002</cx:pt>
          <cx:pt idx="413">25.843</cx:pt>
          <cx:pt idx="414">27.483000000000001</cx:pt>
          <cx:pt idx="415">8.8300000000000001</cx:pt>
          <cx:pt idx="416">23.597000000000001</cx:pt>
          <cx:pt idx="417">31.867999999999999</cx:pt>
          <cx:pt idx="418">13.458</cx:pt>
          <cx:pt idx="419">24.492999999999999</cx:pt>
          <cx:pt idx="420">13.273</cx:pt>
          <cx:pt idx="421">14.750999999999999</cx:pt>
          <cx:pt idx="422">18.309000000000001</cx:pt>
          <cx:pt idx="423">33.695</cx:pt>
          <cx:pt idx="424">37.661000000000001</cx:pt>
          <cx:pt idx="425">27.263999999999999</cx:pt>
          <cx:pt idx="426">12.989000000000001</cx:pt>
          <cx:pt idx="427">26.635999999999999</cx:pt>
          <cx:pt idx="428">27.388999999999999</cx:pt>
          <cx:pt idx="429">13.941000000000001</cx:pt>
          <cx:pt idx="430">25.966999999999999</cx:pt>
          <cx:pt idx="431">28.634</cx:pt>
          <cx:pt idx="432">41.960000000000001</cx:pt>
          <cx:pt idx="433">22.414000000000001</cx:pt>
          <cx:pt idx="434">20.469000000000001</cx:pt>
          <cx:pt idx="435">29.635000000000002</cx:pt>
          <cx:pt idx="436">25.913</cx:pt>
          <cx:pt idx="437">28.431999999999999</cx:pt>
          <cx:pt idx="438">25.849</cx:pt>
          <cx:pt idx="439">14.807</cx:pt>
          <cx:pt idx="440">6.0229999999999997</cx:pt>
          <cx:pt idx="441">33.194000000000003</cx:pt>
          <cx:pt idx="442">20.497</cx:pt>
          <cx:pt idx="443">38.902000000000001</cx:pt>
          <cx:pt idx="444">26.547000000000001</cx:pt>
          <cx:pt idx="445">52.531999999999996</cx:pt>
          <cx:pt idx="446">60.909999999999997</cx:pt>
          <cx:pt idx="447">18.199999999999999</cx:pt>
          <cx:pt idx="448">39.728000000000002</cx:pt>
          <cx:pt idx="449">37.676000000000002</cx:pt>
          <cx:pt idx="450">22.350000000000001</cx:pt>
          <cx:pt idx="451">23.170999999999999</cx:pt>
          <cx:pt idx="452">33.030000000000001</cx:pt>
          <cx:pt idx="453">13.397</cx:pt>
          <cx:pt idx="454">18.690000000000001</cx:pt>
          <cx:pt idx="455">28.925999999999998</cx:pt>
          <cx:pt idx="456">21.274000000000001</cx:pt>
          <cx:pt idx="457">33.829999999999998</cx:pt>
          <cx:pt idx="458">36.043999999999997</cx:pt>
          <cx:pt idx="459">27.562999999999999</cx:pt>
          <cx:pt idx="460">22.163</cx:pt>
          <cx:pt idx="461">35.923999999999999</cx:pt>
          <cx:pt idx="462">13.630000000000001</cx:pt>
          <cx:pt idx="463">12.847</cx:pt>
          <cx:pt idx="464">28.417999999999999</cx:pt>
          <cx:pt idx="465">20.901</cx:pt>
          <cx:pt idx="466">32.045000000000002</cx:pt>
          <cx:pt idx="467">62.164000000000001</cx:pt>
          <cx:pt idx="468">40.226999999999997</cx:pt>
          <cx:pt idx="469">15.066000000000001</cx:pt>
          <cx:pt idx="470">13.984</cx:pt>
          <cx:pt idx="471">21.215</cx:pt>
          <cx:pt idx="472">13.629</cx:pt>
          <cx:pt idx="473">12.662000000000001</cx:pt>
          <cx:pt idx="474">26.960000000000001</cx:pt>
          <cx:pt idx="475">26.721</cx:pt>
          <cx:pt idx="476">32.460999999999999</cx:pt>
          <cx:pt idx="477">29.178000000000001</cx:pt>
          <cx:pt idx="478">26.657</cx:pt>
          <cx:pt idx="479">16.593</cx:pt>
          <cx:pt idx="480">43.997999999999998</cx:pt>
          <cx:pt idx="481">45.212000000000003</cx:pt>
          <cx:pt idx="482">13.970000000000001</cx:pt>
          <cx:pt idx="483">19.350999999999999</cx:pt>
          <cx:pt idx="484">39.420000000000002</cx:pt>
          <cx:pt idx="485">51.890000000000001</cx:pt>
          <cx:pt idx="486">67.891000000000005</cx:pt>
          <cx:pt idx="487">31.576000000000001</cx:pt>
          <cx:pt idx="488">17.702000000000002</cx:pt>
          <cx:pt idx="489">18.495999999999999</cx:pt>
          <cx:pt idx="490">14.708</cx:pt>
          <cx:pt idx="491">63.921999999999997</cx:pt>
          <cx:pt idx="492">20.245999999999999</cx:pt>
          <cx:pt idx="493">49.264000000000003</cx:pt>
          <cx:pt idx="494">43.755000000000003</cx:pt>
          <cx:pt idx="495">66.195999999999998</cx:pt>
          <cx:pt idx="496">83.031000000000006</cx:pt>
          <cx:pt idx="497">63.893999999999998</cx:pt>
          <cx:pt idx="498">38.890000000000001</cx:pt>
          <cx:pt idx="499">10.27</cx:pt>
          <cx:pt idx="500">20.942</cx:pt>
          <cx:pt idx="501">36.033000000000001</cx:pt>
          <cx:pt idx="502">14.494999999999999</cx:pt>
          <cx:pt idx="503">22.914000000000001</cx:pt>
          <cx:pt idx="504">53.460999999999999</cx:pt>
          <cx:pt idx="505">44.134</cx:pt>
          <cx:pt idx="506">15.494999999999999</cx:pt>
          <cx:pt idx="507">16.474</cx:pt>
          <cx:pt idx="508">35.939999999999998</cx:pt>
          <cx:pt idx="509">39.387999999999998</cx:pt>
          <cx:pt idx="510">25.582999999999998</cx:pt>
          <cx:pt idx="511">7.4900000000000002</cx:pt>
          <cx:pt idx="512">18.504999999999999</cx:pt>
          <cx:pt idx="513">18.442</cx:pt>
          <cx:pt idx="514">51.701000000000001</cx:pt>
          <cx:pt idx="515">46.122999999999998</cx:pt>
          <cx:pt idx="516">26.956</cx:pt>
          <cx:pt idx="517">31.297000000000001</cx:pt>
          <cx:pt idx="518">17.779</cx:pt>
          <cx:pt idx="519">30.696999999999999</cx:pt>
          <cx:pt idx="520">43.106000000000002</cx:pt>
          <cx:pt idx="521">15.678000000000001</cx:pt>
          <cx:pt idx="522">17.437000000000001</cx:pt>
          <cx:pt idx="523">31.809000000000001</cx:pt>
          <cx:pt idx="524">42.630000000000003</cx:pt>
          <cx:pt idx="525">13.801</cx:pt>
          <cx:pt idx="526">15.218999999999999</cx:pt>
          <cx:pt idx="527">13.929</cx:pt>
          <cx:pt idx="528">37.093000000000004</cx:pt>
          <cx:pt idx="529">71.373999999999995</cx:pt>
          <cx:pt idx="530">21.381</cx:pt>
          <cx:pt idx="531">48.167000000000002</cx:pt>
          <cx:pt idx="532">14.596</cx:pt>
          <cx:pt idx="533">48.039000000000001</cx:pt>
          <cx:pt idx="534">22.940000000000001</cx:pt>
          <cx:pt idx="535">36.911000000000001</cx:pt>
          <cx:pt idx="536">21.957999999999998</cx:pt>
          <cx:pt idx="537">48.531999999999996</cx:pt>
          <cx:pt idx="538">32.585999999999999</cx:pt>
          <cx:pt idx="539">48.722999999999999</cx:pt>
          <cx:pt idx="540">43.314</cx:pt>
          <cx:pt idx="541">60.140999999999998</cx:pt>
          <cx:pt idx="542">53.670999999999999</cx:pt>
          <cx:pt idx="543">23.236000000000001</cx:pt>
          <cx:pt idx="544">32.871000000000002</cx:pt>
          <cx:pt idx="545">35.082999999999998</cx:pt>
          <cx:pt idx="546">22.451000000000001</cx:pt>
          <cx:pt idx="547">30.297000000000001</cx:pt>
          <cx:pt idx="548">25.925000000000001</cx:pt>
          <cx:pt idx="549">24.504999999999999</cx:pt>
          <cx:pt idx="550">18.542000000000002</cx:pt>
          <cx:pt idx="551">17.652999999999999</cx:pt>
          <cx:pt idx="552">29.670999999999999</cx:pt>
          <cx:pt idx="553">33.652999999999999</cx:pt>
          <cx:pt idx="554">39.683</cx:pt>
          <cx:pt idx="555">26.866</cx:pt>
          <cx:pt idx="556">34.381</cx:pt>
          <cx:pt idx="557">25.972999999999999</cx:pt>
          <cx:pt idx="558">38.658999999999999</cx:pt>
          <cx:pt idx="559">15.619</cx:pt>
          <cx:pt idx="560">19.059999999999999</cx:pt>
          <cx:pt idx="561">43.323999999999998</cx:pt>
          <cx:pt idx="562">28.309000000000001</cx:pt>
          <cx:pt idx="563">25.114000000000001</cx:pt>
          <cx:pt idx="564">57.183999999999997</cx:pt>
          <cx:pt idx="565">36.948</cx:pt>
          <cx:pt idx="566">57.918999999999997</cx:pt>
          <cx:pt idx="567">21.306000000000001</cx:pt>
          <cx:pt idx="568">30.184000000000001</cx:pt>
          <cx:pt idx="569">46.122</cx:pt>
          <cx:pt idx="570">8.0820000000000007</cx:pt>
          <cx:pt idx="571">43.619</cx:pt>
          <cx:pt idx="572">47.399999999999999</cx:pt>
          <cx:pt idx="573">48.545000000000002</cx:pt>
          <cx:pt idx="574">56.909999999999997</cx:pt>
          <cx:pt idx="575">54.158000000000001</cx:pt>
          <cx:pt idx="576">14.628</cx:pt>
          <cx:pt idx="577">43.843000000000004</cx:pt>
          <cx:pt idx="578">19.135999999999999</cx:pt>
          <cx:pt idx="579">29.481999999999999</cx:pt>
          <cx:pt idx="580">39.880000000000003</cx:pt>
          <cx:pt idx="581">46.457000000000001</cx:pt>
          <cx:pt idx="582">75.995999999999995</cx:pt>
          <cx:pt idx="583">12.340999999999999</cx:pt>
          <cx:pt idx="584">20.242000000000001</cx:pt>
          <cx:pt idx="585">30.936</cx:pt>
          <cx:pt idx="586">50.802999999999997</cx:pt>
          <cx:pt idx="587">21.405000000000001</cx:pt>
          <cx:pt idx="588">57.119</cx:pt>
          <cx:pt idx="589">50.633000000000003</cx:pt>
          <cx:pt idx="590">75.706000000000003</cx:pt>
          <cx:pt idx="591">54.750999999999998</cx:pt>
          <cx:pt idx="592">54.755000000000003</cx:pt>
          <cx:pt idx="593">40.475999999999999</cx:pt>
          <cx:pt idx="594">59.18</cx:pt>
          <cx:pt idx="595">93.560000000000002</cx:pt>
          <cx:pt idx="596">43.378</cx:pt>
          <cx:pt idx="597">24.780999999999999</cx:pt>
          <cx:pt idx="598">46.630000000000003</cx:pt>
          <cx:pt idx="599">31.850000000000001</cx:pt>
          <cx:pt idx="600">20.815999999999999</cx:pt>
          <cx:pt idx="601">57.625</cx:pt>
          <cx:pt idx="602">80.120999999999995</cx:pt>
          <cx:pt idx="603">26.059000000000001</cx:pt>
          <cx:pt idx="604">26.109000000000002</cx:pt>
          <cx:pt idx="605">38.962000000000003</cx:pt>
          <cx:pt idx="606">55.302</cx:pt>
          <cx:pt idx="607">26.411999999999999</cx:pt>
          <cx:pt idx="608">51.762</cx:pt>
          <cx:pt idx="609">20.890000000000001</cx:pt>
          <cx:pt idx="610">59.738</cx:pt>
          <cx:pt idx="611">22.992999999999999</cx:pt>
          <cx:pt idx="612">26.202000000000002</cx:pt>
          <cx:pt idx="613">23.192</cx:pt>
          <cx:pt idx="614">67.137</cx:pt>
          <cx:pt idx="615">29.097999999999999</cx:pt>
          <cx:pt idx="616">15.858000000000001</cx:pt>
          <cx:pt idx="617">25.783000000000001</cx:pt>
          <cx:pt idx="618">32.866999999999997</cx:pt>
          <cx:pt idx="619">53.466999999999999</cx:pt>
          <cx:pt idx="620">41.069000000000003</cx:pt>
          <cx:pt idx="621">22.824000000000002</cx:pt>
          <cx:pt idx="622">37.073999999999998</cx:pt>
          <cx:pt idx="623">50.206000000000003</cx:pt>
          <cx:pt idx="624">83.040000000000006</cx:pt>
          <cx:pt idx="625">14.949</cx:pt>
          <cx:pt idx="626">15.176</cx:pt>
          <cx:pt idx="627">48.021000000000001</cx:pt>
          <cx:pt idx="628">18.503</cx:pt>
          <cx:pt idx="629">49.578000000000003</cx:pt>
          <cx:pt idx="630">21.327000000000002</cx:pt>
          <cx:pt idx="631">33.682000000000002</cx:pt>
          <cx:pt idx="632">61.835000000000001</cx:pt>
          <cx:pt idx="633">31.052</cx:pt>
          <cx:pt idx="634">35.097999999999999</cx:pt>
          <cx:pt idx="635">76.182000000000002</cx:pt>
          <cx:pt idx="636">37.837000000000003</cx:pt>
          <cx:pt idx="637">56.375999999999998</cx:pt>
          <cx:pt idx="638">32.177999999999997</cx:pt>
          <cx:pt idx="639">79.878</cx:pt>
          <cx:pt idx="640">27.091999999999999</cx:pt>
          <cx:pt idx="641">23.114999999999998</cx:pt>
          <cx:pt idx="642">36.274999999999999</cx:pt>
          <cx:pt idx="643">30.785</cx:pt>
          <cx:pt idx="644">42.244</cx:pt>
          <cx:pt idx="645">29.082000000000001</cx:pt>
          <cx:pt idx="646">44.240000000000002</cx:pt>
          <cx:pt idx="647">8.0169999999999995</cx:pt>
          <cx:pt idx="648">46.386000000000003</cx:pt>
          <cx:pt idx="649">57.637999999999998</cx:pt>
          <cx:pt idx="650">27.558</cx:pt>
          <cx:pt idx="651">23.594000000000001</cx:pt>
          <cx:pt idx="652">34.134</cx:pt>
          <cx:pt idx="653">23.073</cx:pt>
          <cx:pt idx="654">59.627000000000002</cx:pt>
          <cx:pt idx="655">66.515000000000001</cx:pt>
          <cx:pt idx="656">45.247</cx:pt>
          <cx:pt idx="657">48.298999999999999</cx:pt>
          <cx:pt idx="658">38.100000000000001</cx:pt>
          <cx:pt idx="659">44.155999999999999</cx:pt>
          <cx:pt idx="660">27.733000000000001</cx:pt>
          <cx:pt idx="661">33.598999999999997</cx:pt>
          <cx:pt idx="662">27.539999999999999</cx:pt>
          <cx:pt idx="663">41.509</cx:pt>
          <cx:pt idx="664">67.632999999999996</cx:pt>
          <cx:pt idx="665">47.530000000000001</cx:pt>
          <cx:pt idx="666">49.206000000000003</cx:pt>
          <cx:pt idx="667">58.892000000000003</cx:pt>
          <cx:pt idx="668">47.466999999999999</cx:pt>
          <cx:pt idx="669">35.828000000000003</cx:pt>
          <cx:pt idx="670">51.534999999999997</cx:pt>
          <cx:pt idx="671">11.433</cx:pt>
          <cx:pt idx="672">31.268000000000001</cx:pt>
          <cx:pt idx="673">42.515000000000001</cx:pt>
          <cx:pt idx="674">58.924999999999997</cx:pt>
          <cx:pt idx="675">34.680999999999997</cx:pt>
          <cx:pt idx="676">32.725999999999999</cx:pt>
          <cx:pt idx="677">27.850999999999999</cx:pt>
          <cx:pt idx="678">49.920999999999999</cx:pt>
          <cx:pt idx="679">42.926000000000002</cx:pt>
          <cx:pt idx="680">85.167000000000002</cx:pt>
          <cx:pt idx="681">49.511000000000003</cx:pt>
          <cx:pt idx="682">34.453000000000003</cx:pt>
          <cx:pt idx="683">47.429000000000002</cx:pt>
          <cx:pt idx="684">32.832999999999998</cx:pt>
          <cx:pt idx="685">60.743000000000002</cx:pt>
          <cx:pt idx="686">38.268999999999998</cx:pt>
          <cx:pt idx="687">60.499000000000002</cx:pt>
          <cx:pt idx="688">45.582000000000001</cx:pt>
          <cx:pt idx="689">103.283</cx:pt>
          <cx:pt idx="690">40.186</cx:pt>
          <cx:pt idx="691">70.75</cx:pt>
          <cx:pt idx="692">105.39100000000001</cx:pt>
          <cx:pt idx="693">49</cx:pt>
          <cx:pt idx="694">34.966000000000001</cx:pt>
          <cx:pt idx="695">46.223999999999997</cx:pt>
          <cx:pt idx="696">35.848999999999997</cx:pt>
          <cx:pt idx="697">89.007999999999996</cx:pt>
          <cx:pt idx="698">141.95699999999999</cx:pt>
          <cx:pt idx="699">37.322000000000003</cx:pt>
          <cx:pt idx="700">49.518999999999998</cx:pt>
          <cx:pt idx="701">34.656999999999996</cx:pt>
          <cx:pt idx="702">60.164999999999999</cx:pt>
          <cx:pt idx="703">123.02200000000001</cx:pt>
          <cx:pt idx="704">57.067</cx:pt>
          <cx:pt idx="705">71.730000000000004</cx:pt>
          <cx:pt idx="706">48.917000000000002</cx:pt>
          <cx:pt idx="707">47.058999999999997</cx:pt>
          <cx:pt idx="708">62.307000000000002</cx:pt>
          <cx:pt idx="709">132.60400000000001</cx:pt>
          <cx:pt idx="710">54.078000000000003</cx:pt>
          <cx:pt idx="711">79.363</cx:pt>
          <cx:pt idx="712">61.119999999999997</cx:pt>
          <cx:pt idx="713">143.44999999999999</cx:pt>
          <cx:pt idx="714">55.133000000000003</cx:pt>
          <cx:pt idx="715">66.304000000000002</cx:pt>
          <cx:pt idx="716">86.203999999999994</cx:pt>
          <cx:pt idx="717">110.46299999999999</cx:pt>
          <cx:pt idx="718">76.040999999999997</cx:pt>
          <cx:pt idx="719">122.542</cx:pt>
          <cx:pt idx="720">140.57300000000001</cx:pt>
          <cx:pt idx="721">77.730999999999995</cx:pt>
          <cx:pt idx="722">83.823999999999998</cx:pt>
          <cx:pt idx="723">87.343000000000004</cx:pt>
          <cx:pt idx="724">132.065</cx:pt>
          <cx:pt idx="725">252.53999999999999</cx:pt>
          <cx:pt idx="726">138.042</cx:pt>
          <cx:pt idx="727">141.44999999999999</cx:pt>
          <cx:pt idx="728">122.184</cx:pt>
          <cx:pt idx="729">267.541</cx:pt>
          <cx:pt idx="730">145.608</cx:pt>
          <cx:pt idx="731">132.22499999999999</cx:pt>
          <cx:pt idx="732">222.34100000000001</cx:pt>
          <cx:pt idx="733">69.924999999999997</cx:pt>
          <cx:pt idx="734">87.775000000000006</cx:pt>
          <cx:pt idx="735">208.18299999999999</cx:pt>
          <cx:pt idx="736">33.987000000000002</cx:pt>
        </cx:lvl>
      </cx:numDim>
    </cx:data>
  </cx:chartData>
  <cx:chart>
    <cx:title pos="t" align="ctr" overlay="0">
      <cx:tx>
        <cx:txData>
          <cx:v>Length</cx:v>
        </cx:txData>
      </cx:tx>
      <cx:txPr>
        <a:bodyPr spcFirstLastPara="1" vertOverflow="ellipsis" horzOverflow="overflow" wrap="square" lIns="0" tIns="0" rIns="0" bIns="0" anchor="ctr" anchorCtr="1"/>
        <a:lstStyle/>
        <a:p>
          <a:pPr algn="ctr" rtl="0">
            <a:defRPr/>
          </a:pPr>
          <a:r>
            <a:rPr lang="en-US" sz="1400" b="0" i="0" u="none" strike="noStrike" baseline="0">
              <a:solidFill>
                <a:sysClr val="windowText" lastClr="000000">
                  <a:lumMod val="65000"/>
                  <a:lumOff val="35000"/>
                </a:sysClr>
              </a:solidFill>
              <a:latin typeface="Aptos Narrow" panose="02110004020202020204"/>
            </a:rPr>
            <a:t>Length</a:t>
          </a:r>
        </a:p>
      </cx:txPr>
    </cx:title>
    <cx:plotArea>
      <cx:plotAreaRegion>
        <cx:series layoutId="clusteredColumn" uniqueId="{E054649F-25D1-48CE-A9D0-44D165048C1C}">
          <cx:tx>
            <cx:txData>
              <cx:f>'leave edited'!$E$1</cx:f>
              <cx:v>Length (mm)</cx:v>
            </cx:txData>
          </cx:tx>
          <cx:dataLabels/>
          <cx:dataId val="0"/>
          <cx:layoutPr>
            <cx:binning intervalClosed="r" underflow="0" overflow="160">
              <cx:binCount val="30"/>
            </cx:binning>
          </cx:layoutPr>
        </cx:series>
      </cx:plotAreaRegion>
      <cx:axis id="0">
        <cx:catScaling gapWidth="0"/>
        <cx:tickLabels/>
        <cx:numFmt formatCode="#,##0.0" sourceLinked="0"/>
      </cx:axis>
      <cx:axis id="1">
        <cx:valScaling/>
        <cx:majorGridlines/>
        <cx:tickLabels/>
      </cx:axis>
    </cx:plotArea>
  </cx:chart>
</cx:chartSpace>
</file>

<file path=ppt/charts/chartEx6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numDim type="val">
        <cx:f>'no leave edited'!$E$2:$E$719</cx:f>
        <cx:lvl ptCount="718" formatCode="General">
          <cx:pt idx="0">10.073</cx:pt>
          <cx:pt idx="1">12.032999999999999</cx:pt>
          <cx:pt idx="2">15.951000000000001</cx:pt>
          <cx:pt idx="3">11.039</cx:pt>
          <cx:pt idx="4">8.3599999999999994</cx:pt>
          <cx:pt idx="5">10.646000000000001</cx:pt>
          <cx:pt idx="6">7.1710000000000003</cx:pt>
          <cx:pt idx="7">16.035</cx:pt>
          <cx:pt idx="8">25.469999999999999</cx:pt>
          <cx:pt idx="9">14.596</cx:pt>
          <cx:pt idx="10">6.9770000000000003</cx:pt>
          <cx:pt idx="11">10.182</cx:pt>
          <cx:pt idx="12">6.5110000000000001</cx:pt>
          <cx:pt idx="13">11.488</cx:pt>
          <cx:pt idx="14">17.449999999999999</cx:pt>
          <cx:pt idx="15">11.728999999999999</cx:pt>
          <cx:pt idx="16">23.962</cx:pt>
          <cx:pt idx="17">18.713999999999999</cx:pt>
          <cx:pt idx="18">7.9089999999999998</cx:pt>
          <cx:pt idx="19">13.034000000000001</cx:pt>
          <cx:pt idx="20">8.0429999999999993</cx:pt>
          <cx:pt idx="21">19.138000000000002</cx:pt>
          <cx:pt idx="22">14.824</cx:pt>
          <cx:pt idx="23">5.8559999999999999</cx:pt>
          <cx:pt idx="24">7.7830000000000004</cx:pt>
          <cx:pt idx="25">8.3010000000000002</cx:pt>
          <cx:pt idx="26">8.4039999999999999</cx:pt>
          <cx:pt idx="27">14.959</cx:pt>
          <cx:pt idx="28">12.845000000000001</cx:pt>
          <cx:pt idx="29">12.834</cx:pt>
          <cx:pt idx="30">5.9539999999999997</cx:pt>
          <cx:pt idx="31">9.6340000000000003</cx:pt>
          <cx:pt idx="32">10.17</cx:pt>
          <cx:pt idx="33">14.702999999999999</cx:pt>
          <cx:pt idx="34">15.222</cx:pt>
          <cx:pt idx="35">8.3849999999999998</cx:pt>
          <cx:pt idx="36">15.874000000000001</cx:pt>
          <cx:pt idx="37">11.898999999999999</cx:pt>
          <cx:pt idx="38">6.7800000000000002</cx:pt>
          <cx:pt idx="39">17.047000000000001</cx:pt>
          <cx:pt idx="40">7.5250000000000004</cx:pt>
          <cx:pt idx="41">8.0679999999999996</cx:pt>
          <cx:pt idx="42">13.303000000000001</cx:pt>
          <cx:pt idx="43">14.278</cx:pt>
          <cx:pt idx="44">13.096</cx:pt>
          <cx:pt idx="45">10.034000000000001</cx:pt>
          <cx:pt idx="46">8.2560000000000002</cx:pt>
          <cx:pt idx="47">9.4649999999999999</cx:pt>
          <cx:pt idx="48">11.866</cx:pt>
          <cx:pt idx="49">12.327</cx:pt>
          <cx:pt idx="50">8.7059999999999995</cx:pt>
          <cx:pt idx="51">20.693999999999999</cx:pt>
          <cx:pt idx="52">14.574999999999999</cx:pt>
          <cx:pt idx="53">8.5169999999999995</cx:pt>
          <cx:pt idx="54">7.5140000000000002</cx:pt>
          <cx:pt idx="55">14.743</cx:pt>
          <cx:pt idx="56">12.199999999999999</cx:pt>
          <cx:pt idx="57">18.189</cx:pt>
          <cx:pt idx="58">15.837999999999999</cx:pt>
          <cx:pt idx="59">16.821000000000002</cx:pt>
          <cx:pt idx="60">33.277000000000001</cx:pt>
          <cx:pt idx="61">7.9320000000000004</cx:pt>
          <cx:pt idx="62">32.656999999999996</cx:pt>
          <cx:pt idx="63">10.678000000000001</cx:pt>
          <cx:pt idx="64">7.1059999999999999</cx:pt>
          <cx:pt idx="65">7.4980000000000002</cx:pt>
          <cx:pt idx="66">8.6270000000000007</cx:pt>
          <cx:pt idx="67">22.975999999999999</cx:pt>
          <cx:pt idx="68">22.507999999999999</cx:pt>
          <cx:pt idx="69">17.381</cx:pt>
          <cx:pt idx="70">21.707999999999998</cx:pt>
          <cx:pt idx="71">29.395</cx:pt>
          <cx:pt idx="72">20.722000000000001</cx:pt>
          <cx:pt idx="73">24.172000000000001</cx:pt>
          <cx:pt idx="74">11.153</cx:pt>
          <cx:pt idx="75">19.198</cx:pt>
          <cx:pt idx="76">16.773</cx:pt>
          <cx:pt idx="77">5.6890000000000001</cx:pt>
          <cx:pt idx="78">13.058</cx:pt>
          <cx:pt idx="79">13.448</cx:pt>
          <cx:pt idx="80">19.670999999999999</cx:pt>
          <cx:pt idx="81">13.952999999999999</cx:pt>
          <cx:pt idx="82">17.617999999999999</cx:pt>
          <cx:pt idx="83">18.811</cx:pt>
          <cx:pt idx="84">12.087</cx:pt>
          <cx:pt idx="85">13.590999999999999</cx:pt>
          <cx:pt idx="86">16.518999999999998</cx:pt>
          <cx:pt idx="87">6.907</cx:pt>
          <cx:pt idx="88">21.164999999999999</cx:pt>
          <cx:pt idx="89">9.9459999999999997</cx:pt>
          <cx:pt idx="90">14.135999999999999</cx:pt>
          <cx:pt idx="91">41.104999999999997</cx:pt>
          <cx:pt idx="92">32.264000000000003</cx:pt>
          <cx:pt idx="93">18.565000000000001</cx:pt>
          <cx:pt idx="94">14.428000000000001</cx:pt>
          <cx:pt idx="95">7.7320000000000002</cx:pt>
          <cx:pt idx="96">13.704000000000001</cx:pt>
          <cx:pt idx="97">15.451000000000001</cx:pt>
          <cx:pt idx="98">28.834</cx:pt>
          <cx:pt idx="99">39.646000000000001</cx:pt>
          <cx:pt idx="100">13.766999999999999</cx:pt>
          <cx:pt idx="101">10.913</cx:pt>
          <cx:pt idx="102">16.544</cx:pt>
          <cx:pt idx="103">21.388999999999999</cx:pt>
          <cx:pt idx="104">17.850999999999999</cx:pt>
          <cx:pt idx="105">13.938000000000001</cx:pt>
          <cx:pt idx="106">17.126999999999999</cx:pt>
          <cx:pt idx="107">17.297000000000001</cx:pt>
          <cx:pt idx="108">16.754999999999999</cx:pt>
          <cx:pt idx="109">21.984000000000002</cx:pt>
          <cx:pt idx="110">7.3920000000000003</cx:pt>
          <cx:pt idx="111">14.776999999999999</cx:pt>
          <cx:pt idx="112">12.071999999999999</cx:pt>
          <cx:pt idx="113">13.340999999999999</cx:pt>
          <cx:pt idx="114">9.0310000000000006</cx:pt>
          <cx:pt idx="115">11.736000000000001</cx:pt>
          <cx:pt idx="116">20.713000000000001</cx:pt>
          <cx:pt idx="117">10.147</cx:pt>
          <cx:pt idx="118">11.43</cx:pt>
          <cx:pt idx="119">23.584</cx:pt>
          <cx:pt idx="120">12.737</cx:pt>
          <cx:pt idx="121">23.126999999999999</cx:pt>
          <cx:pt idx="122">9.0530000000000008</cx:pt>
          <cx:pt idx="123">13.539999999999999</cx:pt>
          <cx:pt idx="124">15.657999999999999</cx:pt>
          <cx:pt idx="125">21.048999999999999</cx:pt>
          <cx:pt idx="126">12.638999999999999</cx:pt>
          <cx:pt idx="127">16.256</cx:pt>
          <cx:pt idx="128">12.627000000000001</cx:pt>
          <cx:pt idx="129">15.395</cx:pt>
          <cx:pt idx="130">12.51</cx:pt>
          <cx:pt idx="131">10.369</cx:pt>
          <cx:pt idx="132">14.244999999999999</cx:pt>
          <cx:pt idx="133">17.370999999999999</cx:pt>
          <cx:pt idx="134">14.407</cx:pt>
          <cx:pt idx="135">12.699999999999999</cx:pt>
          <cx:pt idx="136">32.482999999999997</cx:pt>
          <cx:pt idx="137">34.219000000000001</cx:pt>
          <cx:pt idx="138">7.9340000000000002</cx:pt>
          <cx:pt idx="139">25.437000000000001</cx:pt>
          <cx:pt idx="140">9.1050000000000004</cx:pt>
          <cx:pt idx="141">9.4670000000000005</cx:pt>
          <cx:pt idx="142">17.451000000000001</cx:pt>
          <cx:pt idx="143">16.599</cx:pt>
          <cx:pt idx="144">33.832000000000001</cx:pt>
          <cx:pt idx="145">27.015000000000001</cx:pt>
          <cx:pt idx="146">23.164000000000001</cx:pt>
          <cx:pt idx="147">11.433</cx:pt>
          <cx:pt idx="148">11.398999999999999</cx:pt>
          <cx:pt idx="149">19.390000000000001</cx:pt>
          <cx:pt idx="150">12.807</cx:pt>
          <cx:pt idx="151">23.443999999999999</cx:pt>
          <cx:pt idx="152">16.812999999999999</cx:pt>
          <cx:pt idx="153">20.859000000000002</cx:pt>
          <cx:pt idx="154">16.747</cx:pt>
          <cx:pt idx="155">15.561999999999999</cx:pt>
          <cx:pt idx="156">16.681000000000001</cx:pt>
          <cx:pt idx="157">17.954999999999998</cx:pt>
          <cx:pt idx="158">10.223000000000001</cx:pt>
          <cx:pt idx="159">13.279</cx:pt>
          <cx:pt idx="160">18.959</cx:pt>
          <cx:pt idx="161">16.573</cx:pt>
          <cx:pt idx="162">24.417000000000002</cx:pt>
          <cx:pt idx="163">26.484999999999999</cx:pt>
          <cx:pt idx="164">18.266999999999999</cx:pt>
          <cx:pt idx="165">22.460000000000001</cx:pt>
          <cx:pt idx="166">36.677</cx:pt>
          <cx:pt idx="167">12.487</cx:pt>
          <cx:pt idx="168">21.657</cx:pt>
          <cx:pt idx="169">22.233000000000001</cx:pt>
          <cx:pt idx="170">13.52</cx:pt>
          <cx:pt idx="171">47.280999999999999</cx:pt>
          <cx:pt idx="172">36.383000000000003</cx:pt>
          <cx:pt idx="173">18.943999999999999</cx:pt>
          <cx:pt idx="174">31.968</cx:pt>
          <cx:pt idx="175">15.164999999999999</cx:pt>
          <cx:pt idx="176">21.489999999999998</cx:pt>
          <cx:pt idx="177">6.8170000000000002</cx:pt>
          <cx:pt idx="178">16.013000000000002</cx:pt>
          <cx:pt idx="179">14.000999999999999</cx:pt>
          <cx:pt idx="180">16.224</cx:pt>
          <cx:pt idx="181">28.748000000000001</cx:pt>
          <cx:pt idx="182">13.643000000000001</cx:pt>
          <cx:pt idx="183">13.726000000000001</cx:pt>
          <cx:pt idx="184">27.062999999999999</cx:pt>
          <cx:pt idx="185">12.693</cx:pt>
          <cx:pt idx="186">28.771999999999998</cx:pt>
          <cx:pt idx="187">11.612</cx:pt>
          <cx:pt idx="188">24.861000000000001</cx:pt>
          <cx:pt idx="189">15.635999999999999</cx:pt>
          <cx:pt idx="190">13.539999999999999</cx:pt>
          <cx:pt idx="191">9.9689999999999994</cx:pt>
          <cx:pt idx="192">14.632</cx:pt>
          <cx:pt idx="193">27.445</cx:pt>
          <cx:pt idx="194">27.811</cx:pt>
          <cx:pt idx="195">15.151</cx:pt>
          <cx:pt idx="196">7.5880000000000001</cx:pt>
          <cx:pt idx="197">7.5410000000000004</cx:pt>
          <cx:pt idx="198">14.505000000000001</cx:pt>
          <cx:pt idx="199">31.643000000000001</cx:pt>
          <cx:pt idx="200">15.795</cx:pt>
          <cx:pt idx="201">9.1189999999999998</cx:pt>
          <cx:pt idx="202">26.797000000000001</cx:pt>
          <cx:pt idx="203">20.379999999999999</cx:pt>
          <cx:pt idx="204">28.722000000000001</cx:pt>
          <cx:pt idx="205">25.710999999999999</cx:pt>
          <cx:pt idx="206">13.183</cx:pt>
          <cx:pt idx="207">17.626999999999999</cx:pt>
          <cx:pt idx="208">47.027000000000001</cx:pt>
          <cx:pt idx="209">35.877000000000002</cx:pt>
          <cx:pt idx="210">32.183999999999997</cx:pt>
          <cx:pt idx="211">33.048000000000002</cx:pt>
          <cx:pt idx="212">23.553000000000001</cx:pt>
          <cx:pt idx="213">14.786</cx:pt>
          <cx:pt idx="214">18.222000000000001</cx:pt>
          <cx:pt idx="215">29.678000000000001</cx:pt>
          <cx:pt idx="216">26.693000000000001</cx:pt>
          <cx:pt idx="217">18.815000000000001</cx:pt>
          <cx:pt idx="218">26.34</cx:pt>
          <cx:pt idx="219">15.759</cx:pt>
          <cx:pt idx="220">28.170999999999999</cx:pt>
          <cx:pt idx="221">28.190999999999999</cx:pt>
          <cx:pt idx="222">36.082999999999998</cx:pt>
          <cx:pt idx="223">12.041</cx:pt>
          <cx:pt idx="224">18.861000000000001</cx:pt>
          <cx:pt idx="225">34.898000000000003</cx:pt>
          <cx:pt idx="226">32.896000000000001</cx:pt>
          <cx:pt idx="227">22.552</cx:pt>
          <cx:pt idx="228">18.986000000000001</cx:pt>
          <cx:pt idx="229">33.497</cx:pt>
          <cx:pt idx="230">11.922000000000001</cx:pt>
          <cx:pt idx="231">35.502000000000002</cx:pt>
          <cx:pt idx="232">26.34</cx:pt>
          <cx:pt idx="233">35.901000000000003</cx:pt>
          <cx:pt idx="234">34.487000000000002</cx:pt>
          <cx:pt idx="235">19.228999999999999</cx:pt>
          <cx:pt idx="236">21.414999999999999</cx:pt>
          <cx:pt idx="237">16.966999999999999</cx:pt>
          <cx:pt idx="238">19.847000000000001</cx:pt>
          <cx:pt idx="239">13.606</cx:pt>
          <cx:pt idx="240">24.050000000000001</cx:pt>
          <cx:pt idx="241">15.153</cx:pt>
          <cx:pt idx="242">33.648000000000003</cx:pt>
          <cx:pt idx="243">14.185</cx:pt>
          <cx:pt idx="244">8.7140000000000004</cx:pt>
          <cx:pt idx="245">10.936</cx:pt>
          <cx:pt idx="246">13.853999999999999</cx:pt>
          <cx:pt idx="247">47.276000000000003</cx:pt>
          <cx:pt idx="248">20.512</cx:pt>
          <cx:pt idx="249">12.413</cx:pt>
          <cx:pt idx="250">38.195</cx:pt>
          <cx:pt idx="251">30.094000000000001</cx:pt>
          <cx:pt idx="252">11.558999999999999</cx:pt>
          <cx:pt idx="253">24.818999999999999</cx:pt>
          <cx:pt idx="254">40.75</cx:pt>
          <cx:pt idx="255">42.518000000000001</cx:pt>
          <cx:pt idx="256">22.212</cx:pt>
          <cx:pt idx="257">26.869</cx:pt>
          <cx:pt idx="258">16.100999999999999</cx:pt>
          <cx:pt idx="259">24.184999999999999</cx:pt>
          <cx:pt idx="260">33.789000000000001</cx:pt>
          <cx:pt idx="261">15.911</cx:pt>
          <cx:pt idx="262">12.396000000000001</cx:pt>
          <cx:pt idx="263">10.736000000000001</cx:pt>
          <cx:pt idx="264">9.6799999999999997</cx:pt>
          <cx:pt idx="265">33.396000000000001</cx:pt>
          <cx:pt idx="266">24.023</cx:pt>
          <cx:pt idx="267">16.536999999999999</cx:pt>
          <cx:pt idx="268">23.547999999999998</cx:pt>
          <cx:pt idx="269">18.951000000000001</cx:pt>
          <cx:pt idx="270">13.356</cx:pt>
          <cx:pt idx="271">9.4399999999999995</cx:pt>
          <cx:pt idx="272">28.068999999999999</cx:pt>
          <cx:pt idx="273">35.206000000000003</cx:pt>
          <cx:pt idx="274">24.564</cx:pt>
          <cx:pt idx="275">25.882999999999999</cx:pt>
          <cx:pt idx="276">39.645000000000003</cx:pt>
          <cx:pt idx="277">25.602</cx:pt>
          <cx:pt idx="278">11.625</cx:pt>
          <cx:pt idx="279">25.661999999999999</cx:pt>
          <cx:pt idx="280">39.850999999999999</cx:pt>
          <cx:pt idx="281">16.609999999999999</cx:pt>
          <cx:pt idx="282">27.91</cx:pt>
          <cx:pt idx="283">17.126999999999999</cx:pt>
          <cx:pt idx="284">14.993</cx:pt>
          <cx:pt idx="285">29.899999999999999</cx:pt>
          <cx:pt idx="286">25.905999999999999</cx:pt>
          <cx:pt idx="287">18.338000000000001</cx:pt>
          <cx:pt idx="288">12.52</cx:pt>
          <cx:pt idx="289">28.443999999999999</cx:pt>
          <cx:pt idx="290">19.98</cx:pt>
          <cx:pt idx="291">20.103999999999999</cx:pt>
          <cx:pt idx="292">16.091000000000001</cx:pt>
          <cx:pt idx="293">32.826000000000001</cx:pt>
          <cx:pt idx="294">22.861999999999998</cx:pt>
          <cx:pt idx="295">9.9260000000000002</cx:pt>
          <cx:pt idx="296">13.581</cx:pt>
          <cx:pt idx="297">11.384</cx:pt>
          <cx:pt idx="298">30.033999999999999</cx:pt>
          <cx:pt idx="299">14.497999999999999</cx:pt>
          <cx:pt idx="300">12.997999999999999</cx:pt>
          <cx:pt idx="301">48.667999999999999</cx:pt>
          <cx:pt idx="302">26.497</cx:pt>
          <cx:pt idx="303">23.914999999999999</cx:pt>
          <cx:pt idx="304">46.75</cx:pt>
          <cx:pt idx="305">11.987</cx:pt>
          <cx:pt idx="306">37.768999999999998</cx:pt>
          <cx:pt idx="307">17.48</cx:pt>
          <cx:pt idx="308">11.603999999999999</cx:pt>
          <cx:pt idx="309">20.402999999999999</cx:pt>
          <cx:pt idx="310">28.445</cx:pt>
          <cx:pt idx="311">26.120000000000001</cx:pt>
          <cx:pt idx="312">7.952</cx:pt>
          <cx:pt idx="313">34.155999999999999</cx:pt>
          <cx:pt idx="314">20.132000000000001</cx:pt>
          <cx:pt idx="315">18.957999999999998</cx:pt>
          <cx:pt idx="316">9.9489999999999998</cx:pt>
          <cx:pt idx="317">25.795999999999999</cx:pt>
          <cx:pt idx="318">15.569000000000001</cx:pt>
          <cx:pt idx="319">12.064</cx:pt>
          <cx:pt idx="320">15.818</cx:pt>
          <cx:pt idx="321">28.663</cx:pt>
          <cx:pt idx="322">28.623999999999999</cx:pt>
          <cx:pt idx="323">24.006</cx:pt>
          <cx:pt idx="324">15.962999999999999</cx:pt>
          <cx:pt idx="325">46.466000000000001</cx:pt>
          <cx:pt idx="326">32.640000000000001</cx:pt>
          <cx:pt idx="327">14.890000000000001</cx:pt>
          <cx:pt idx="328">18.462</cx:pt>
          <cx:pt idx="329">24.027000000000001</cx:pt>
          <cx:pt idx="330">19.875</cx:pt>
          <cx:pt idx="331">28.562999999999999</cx:pt>
          <cx:pt idx="332">19.193000000000001</cx:pt>
          <cx:pt idx="333">16.088000000000001</cx:pt>
          <cx:pt idx="334">15.606999999999999</cx:pt>
          <cx:pt idx="335">46.420999999999999</cx:pt>
          <cx:pt idx="336">8.4809999999999999</cx:pt>
          <cx:pt idx="337">58.334000000000003</cx:pt>
          <cx:pt idx="338">15.65</cx:pt>
          <cx:pt idx="339">16.279</cx:pt>
          <cx:pt idx="340">33.712000000000003</cx:pt>
          <cx:pt idx="341">33.042999999999999</cx:pt>
          <cx:pt idx="342">16.428000000000001</cx:pt>
          <cx:pt idx="343">22.664000000000001</cx:pt>
          <cx:pt idx="344">23.096</cx:pt>
          <cx:pt idx="345">10.938000000000001</cx:pt>
          <cx:pt idx="346">20.506</cx:pt>
          <cx:pt idx="347">28.265999999999998</cx:pt>
          <cx:pt idx="348">16.190000000000001</cx:pt>
          <cx:pt idx="349">9.6500000000000004</cx:pt>
          <cx:pt idx="350">21.210999999999999</cx:pt>
          <cx:pt idx="351">36.896000000000001</cx:pt>
          <cx:pt idx="352">18.488</cx:pt>
          <cx:pt idx="353">71.948999999999998</cx:pt>
          <cx:pt idx="354">11.226000000000001</cx:pt>
          <cx:pt idx="355">54.749000000000002</cx:pt>
          <cx:pt idx="356">27.887</cx:pt>
          <cx:pt idx="357">28.821000000000002</cx:pt>
          <cx:pt idx="358">32.225000000000001</cx:pt>
          <cx:pt idx="359">14.368</cx:pt>
          <cx:pt idx="360">53.584000000000003</cx:pt>
          <cx:pt idx="361">29.079000000000001</cx:pt>
          <cx:pt idx="362">19.062000000000001</cx:pt>
          <cx:pt idx="363">20.137</cx:pt>
          <cx:pt idx="364">17.135000000000002</cx:pt>
          <cx:pt idx="365">35.281999999999996</cx:pt>
          <cx:pt idx="366">43.851999999999997</cx:pt>
          <cx:pt idx="367">36.973999999999997</cx:pt>
          <cx:pt idx="368">11.516</cx:pt>
          <cx:pt idx="369">25.417999999999999</cx:pt>
          <cx:pt idx="370">17.640999999999998</cx:pt>
          <cx:pt idx="371">20.635000000000002</cx:pt>
          <cx:pt idx="372">20.254999999999999</cx:pt>
          <cx:pt idx="373">6.625</cx:pt>
          <cx:pt idx="374">12.542999999999999</cx:pt>
          <cx:pt idx="375">18.369</cx:pt>
          <cx:pt idx="376">29.102</cx:pt>
          <cx:pt idx="377">24.321999999999999</cx:pt>
          <cx:pt idx="378">10.516999999999999</cx:pt>
          <cx:pt idx="379">27.440000000000001</cx:pt>
          <cx:pt idx="380">24.370000000000001</cx:pt>
          <cx:pt idx="381">23.065999999999999</cx:pt>
          <cx:pt idx="382">39.798000000000002</cx:pt>
          <cx:pt idx="383">33.692999999999998</cx:pt>
          <cx:pt idx="384">22.579999999999998</cx:pt>
          <cx:pt idx="385">12.510999999999999</cx:pt>
          <cx:pt idx="386">24.344000000000001</cx:pt>
          <cx:pt idx="387">34.777000000000001</cx:pt>
          <cx:pt idx="388">35.981000000000002</cx:pt>
          <cx:pt idx="389">57.814999999999998</cx:pt>
          <cx:pt idx="390">21.965</cx:pt>
          <cx:pt idx="391">20.843</cx:pt>
          <cx:pt idx="392">19.276</cx:pt>
          <cx:pt idx="393">19.138999999999999</cx:pt>
          <cx:pt idx="394">29.218</cx:pt>
          <cx:pt idx="395">15.965999999999999</cx:pt>
          <cx:pt idx="396">13.766</cx:pt>
          <cx:pt idx="397">56.417000000000002</cx:pt>
          <cx:pt idx="398">11.685</cx:pt>
          <cx:pt idx="399">31.323</cx:pt>
          <cx:pt idx="400">34.128999999999998</cx:pt>
          <cx:pt idx="401">13.804</cx:pt>
          <cx:pt idx="402">34.042999999999999</cx:pt>
          <cx:pt idx="403">45.915999999999997</cx:pt>
          <cx:pt idx="404">18.207000000000001</cx:pt>
          <cx:pt idx="405">39.649999999999999</cx:pt>
          <cx:pt idx="406">14.295</cx:pt>
          <cx:pt idx="407">66.225999999999999</cx:pt>
          <cx:pt idx="408">18.068000000000001</cx:pt>
          <cx:pt idx="409">20.024000000000001</cx:pt>
          <cx:pt idx="410">35.728999999999999</cx:pt>
          <cx:pt idx="411">44.109000000000002</cx:pt>
          <cx:pt idx="412">55.787999999999997</cx:pt>
          <cx:pt idx="413">17.925000000000001</cx:pt>
          <cx:pt idx="414">25.567</cx:pt>
          <cx:pt idx="415">26.693999999999999</cx:pt>
          <cx:pt idx="416">58.264000000000003</cx:pt>
          <cx:pt idx="417">19.646999999999998</cx:pt>
          <cx:pt idx="418">18.516999999999999</cx:pt>
          <cx:pt idx="419">57.944000000000003</cx:pt>
          <cx:pt idx="420">28.5</cx:pt>
          <cx:pt idx="421">33.942999999999998</cx:pt>
          <cx:pt idx="422">33.052999999999997</cx:pt>
          <cx:pt idx="423">18.649000000000001</cx:pt>
          <cx:pt idx="424">17.303999999999998</cx:pt>
          <cx:pt idx="425">40.502000000000002</cx:pt>
          <cx:pt idx="426">41.686999999999998</cx:pt>
          <cx:pt idx="427">44.688000000000002</cx:pt>
          <cx:pt idx="428">17.501000000000001</cx:pt>
          <cx:pt idx="429">20.59</cx:pt>
          <cx:pt idx="430">23.161000000000001</cx:pt>
          <cx:pt idx="431">26.170000000000002</cx:pt>
          <cx:pt idx="432">24.149000000000001</cx:pt>
          <cx:pt idx="433">30.363</cx:pt>
          <cx:pt idx="434">68.076999999999998</cx:pt>
          <cx:pt idx="435">55.142000000000003</cx:pt>
          <cx:pt idx="436">27.884</cx:pt>
          <cx:pt idx="437">76.262</cx:pt>
          <cx:pt idx="438">22.242000000000001</cx:pt>
          <cx:pt idx="439">13.101000000000001</cx:pt>
          <cx:pt idx="440">16.231000000000002</cx:pt>
          <cx:pt idx="441">32.731999999999999</cx:pt>
          <cx:pt idx="442">35.789999999999999</cx:pt>
          <cx:pt idx="443">36.252000000000002</cx:pt>
          <cx:pt idx="444">31.402999999999999</cx:pt>
          <cx:pt idx="445">30.561</cx:pt>
          <cx:pt idx="446">25.388999999999999</cx:pt>
          <cx:pt idx="447">29.277999999999999</cx:pt>
          <cx:pt idx="448">34.155999999999999</cx:pt>
          <cx:pt idx="449">34.198</cx:pt>
          <cx:pt idx="450">26.808</cx:pt>
          <cx:pt idx="451">28.571999999999999</cx:pt>
          <cx:pt idx="452">75.564999999999998</cx:pt>
          <cx:pt idx="453">45.902999999999999</cx:pt>
          <cx:pt idx="454">13.178000000000001</cx:pt>
          <cx:pt idx="455">18.350000000000001</cx:pt>
          <cx:pt idx="456">27.513000000000002</cx:pt>
          <cx:pt idx="457">70.236000000000004</cx:pt>
          <cx:pt idx="458">15.092000000000001</cx:pt>
          <cx:pt idx="459">46.293999999999997</cx:pt>
          <cx:pt idx="460">23.167999999999999</cx:pt>
          <cx:pt idx="461">28.149000000000001</cx:pt>
          <cx:pt idx="462">34.896999999999998</cx:pt>
          <cx:pt idx="463">30.795999999999999</cx:pt>
          <cx:pt idx="464">34.673999999999999</cx:pt>
          <cx:pt idx="465">36.274000000000001</cx:pt>
          <cx:pt idx="466">22.100000000000001</cx:pt>
          <cx:pt idx="467">16.478999999999999</cx:pt>
          <cx:pt idx="468">25.038</cx:pt>
          <cx:pt idx="469">41.976999999999997</cx:pt>
          <cx:pt idx="470">37.335000000000001</cx:pt>
          <cx:pt idx="471">38.927999999999997</cx:pt>
          <cx:pt idx="472">28.119</cx:pt>
          <cx:pt idx="473">36.457999999999998</cx:pt>
          <cx:pt idx="474">24.978999999999999</cx:pt>
          <cx:pt idx="475">29.634</cx:pt>
          <cx:pt idx="476">25.716000000000001</cx:pt>
          <cx:pt idx="477">45.317</cx:pt>
          <cx:pt idx="478">61.588000000000001</cx:pt>
          <cx:pt idx="479">65.364000000000004</cx:pt>
          <cx:pt idx="480">20.305</cx:pt>
          <cx:pt idx="481">45.603999999999999</cx:pt>
          <cx:pt idx="482">24.619</cx:pt>
          <cx:pt idx="483">12.35</cx:pt>
          <cx:pt idx="484">62.279000000000003</cx:pt>
          <cx:pt idx="485">34.738999999999997</cx:pt>
          <cx:pt idx="486">31.747</cx:pt>
          <cx:pt idx="487">61.866999999999997</cx:pt>
          <cx:pt idx="488">26.457999999999998</cx:pt>
          <cx:pt idx="489">19.719000000000001</cx:pt>
          <cx:pt idx="490">67.778000000000006</cx:pt>
          <cx:pt idx="491">63.218000000000004</cx:pt>
          <cx:pt idx="492">16.32</cx:pt>
          <cx:pt idx="493">26.951000000000001</cx:pt>
          <cx:pt idx="494">32.554000000000002</cx:pt>
          <cx:pt idx="495">12.769</cx:pt>
          <cx:pt idx="496">33.442999999999998</cx:pt>
          <cx:pt idx="497">38.106000000000002</cx:pt>
          <cx:pt idx="498">40.847999999999999</cx:pt>
          <cx:pt idx="499">17.809000000000001</cx:pt>
          <cx:pt idx="500">17.850999999999999</cx:pt>
          <cx:pt idx="501">16.786000000000001</cx:pt>
          <cx:pt idx="502">42.542000000000002</cx:pt>
          <cx:pt idx="503">49.887</cx:pt>
          <cx:pt idx="504">55.588000000000001</cx:pt>
          <cx:pt idx="505">57.615000000000002</cx:pt>
          <cx:pt idx="506">26.283000000000001</cx:pt>
          <cx:pt idx="507">29.158000000000001</cx:pt>
          <cx:pt idx="508">82.704999999999998</cx:pt>
          <cx:pt idx="509">45.542000000000002</cx:pt>
          <cx:pt idx="510">26.533999999999999</cx:pt>
          <cx:pt idx="511">30.195</cx:pt>
          <cx:pt idx="512">23.789000000000001</cx:pt>
          <cx:pt idx="513">57.212000000000003</cx:pt>
          <cx:pt idx="514">39.665999999999997</cx:pt>
          <cx:pt idx="515">68.882000000000005</cx:pt>
          <cx:pt idx="516">49.701000000000001</cx:pt>
          <cx:pt idx="517">47.079999999999998</cx:pt>
          <cx:pt idx="518">26.815999999999999</cx:pt>
          <cx:pt idx="519">77.640000000000001</cx:pt>
          <cx:pt idx="520">30.216000000000001</cx:pt>
          <cx:pt idx="521">35.435000000000002</cx:pt>
          <cx:pt idx="522">26.795000000000002</cx:pt>
          <cx:pt idx="523">34.479999999999997</cx:pt>
          <cx:pt idx="524">41.552</cx:pt>
          <cx:pt idx="525">17.803000000000001</cx:pt>
          <cx:pt idx="526">54.997</cx:pt>
          <cx:pt idx="527">29.428999999999998</cx:pt>
          <cx:pt idx="528">22.808</cx:pt>
          <cx:pt idx="529">51.417999999999999</cx:pt>
          <cx:pt idx="530">37.310000000000002</cx:pt>
          <cx:pt idx="531">33.771000000000001</cx:pt>
          <cx:pt idx="532">27.605</cx:pt>
          <cx:pt idx="533">30.460999999999999</cx:pt>
          <cx:pt idx="534">53.433</cx:pt>
          <cx:pt idx="535">23.312999999999999</cx:pt>
          <cx:pt idx="536">60.755000000000003</cx:pt>
          <cx:pt idx="537">27.009</cx:pt>
          <cx:pt idx="538">56.884</cx:pt>
          <cx:pt idx="539">36.234999999999999</cx:pt>
          <cx:pt idx="540">20.004000000000001</cx:pt>
          <cx:pt idx="541">26.050999999999998</cx:pt>
          <cx:pt idx="542">23.053999999999998</cx:pt>
          <cx:pt idx="543">35.098999999999997</cx:pt>
          <cx:pt idx="544">34.491</cx:pt>
          <cx:pt idx="545">22.216000000000001</cx:pt>
          <cx:pt idx="546">36.685000000000002</cx:pt>
          <cx:pt idx="547">16.959</cx:pt>
          <cx:pt idx="548">22.859999999999999</cx:pt>
          <cx:pt idx="549">38.531999999999996</cx:pt>
          <cx:pt idx="550">31.213000000000001</cx:pt>
          <cx:pt idx="551">66.441000000000003</cx:pt>
          <cx:pt idx="552">25.157</cx:pt>
          <cx:pt idx="553">21.585999999999999</cx:pt>
          <cx:pt idx="554">43.722000000000001</cx:pt>
          <cx:pt idx="555">19.731000000000002</cx:pt>
          <cx:pt idx="556">37.183</cx:pt>
          <cx:pt idx="557">42.731999999999999</cx:pt>
          <cx:pt idx="558">102.26300000000001</cx:pt>
          <cx:pt idx="559">24.896999999999998</cx:pt>
          <cx:pt idx="560">40.618000000000002</cx:pt>
          <cx:pt idx="561">62.954999999999998</cx:pt>
          <cx:pt idx="562">90.915999999999997</cx:pt>
          <cx:pt idx="563">43.252000000000002</cx:pt>
          <cx:pt idx="564">45.433999999999997</cx:pt>
          <cx:pt idx="565">26.347999999999999</cx:pt>
          <cx:pt idx="566">36.581000000000003</cx:pt>
          <cx:pt idx="567">22.837</cx:pt>
          <cx:pt idx="568">26.033000000000001</cx:pt>
          <cx:pt idx="569">47.354999999999997</cx:pt>
          <cx:pt idx="570">25.640999999999998</cx:pt>
          <cx:pt idx="571">26.919</cx:pt>
          <cx:pt idx="572">21.210999999999999</cx:pt>
          <cx:pt idx="573">81.849999999999994</cx:pt>
          <cx:pt idx="574">26.783999999999999</cx:pt>
          <cx:pt idx="575">31.533000000000001</cx:pt>
          <cx:pt idx="576">66.286000000000001</cx:pt>
          <cx:pt idx="577">57.972999999999999</cx:pt>
          <cx:pt idx="578">31.209</cx:pt>
          <cx:pt idx="579">114.315</cx:pt>
          <cx:pt idx="580">80.781000000000006</cx:pt>
          <cx:pt idx="581">50.444000000000003</cx:pt>
          <cx:pt idx="582">33.741</cx:pt>
          <cx:pt idx="583">38.468000000000004</cx:pt>
          <cx:pt idx="584">34.317999999999998</cx:pt>
          <cx:pt idx="585">43.345999999999997</cx:pt>
          <cx:pt idx="586">21.538</cx:pt>
          <cx:pt idx="587">18.579000000000001</cx:pt>
          <cx:pt idx="588">35.287999999999997</cx:pt>
          <cx:pt idx="589">38.892000000000003</cx:pt>
          <cx:pt idx="590">54.448</cx:pt>
          <cx:pt idx="591">36.488</cx:pt>
          <cx:pt idx="592">23.460000000000001</cx:pt>
          <cx:pt idx="593">99.888999999999996</cx:pt>
          <cx:pt idx="594">26.687999999999999</cx:pt>
          <cx:pt idx="595">70.361000000000004</cx:pt>
          <cx:pt idx="596">78.911000000000001</cx:pt>
          <cx:pt idx="597">24.111000000000001</cx:pt>
          <cx:pt idx="598">37.220999999999997</cx:pt>
          <cx:pt idx="599">33.067</cx:pt>
          <cx:pt idx="600">20.762</cx:pt>
          <cx:pt idx="601">30.963000000000001</cx:pt>
          <cx:pt idx="602">31.282</cx:pt>
          <cx:pt idx="603">36.984999999999999</cx:pt>
          <cx:pt idx="604">63.793999999999997</cx:pt>
          <cx:pt idx="605">25.922000000000001</cx:pt>
          <cx:pt idx="606">75.085999999999999</cx:pt>
          <cx:pt idx="607">38.287999999999997</cx:pt>
          <cx:pt idx="608">35.539000000000001</cx:pt>
          <cx:pt idx="609">34.503</cx:pt>
          <cx:pt idx="610">36.128</cx:pt>
          <cx:pt idx="611">40.350999999999999</cx:pt>
          <cx:pt idx="612">33.649000000000001</cx:pt>
          <cx:pt idx="613">65.513999999999996</cx:pt>
          <cx:pt idx="614">43.107999999999997</cx:pt>
          <cx:pt idx="615">41.350999999999999</cx:pt>
          <cx:pt idx="616">34.701999999999998</cx:pt>
          <cx:pt idx="617">118.878</cx:pt>
          <cx:pt idx="618">55.274999999999999</cx:pt>
          <cx:pt idx="619">48.320999999999998</cx:pt>
          <cx:pt idx="620">64.489000000000004</cx:pt>
          <cx:pt idx="621">34.325000000000003</cx:pt>
          <cx:pt idx="622">41.671999999999997</cx:pt>
          <cx:pt idx="623">38.372</cx:pt>
          <cx:pt idx="624">31.507000000000001</cx:pt>
          <cx:pt idx="625">61.051000000000002</cx:pt>
          <cx:pt idx="626">24.815999999999999</cx:pt>
          <cx:pt idx="627">33.140999999999998</cx:pt>
          <cx:pt idx="628">77.400999999999996</cx:pt>
          <cx:pt idx="629">20.460999999999999</cx:pt>
          <cx:pt idx="630">77.177000000000007</cx:pt>
          <cx:pt idx="631">94.409999999999997</cx:pt>
          <cx:pt idx="632">41.027000000000001</cx:pt>
          <cx:pt idx="633">64.966999999999999</cx:pt>
          <cx:pt idx="634">31.526</cx:pt>
          <cx:pt idx="635">64.057000000000002</cx:pt>
          <cx:pt idx="636">32.762999999999998</cx:pt>
          <cx:pt idx="637">33.026000000000003</cx:pt>
          <cx:pt idx="638">76.087000000000003</cx:pt>
          <cx:pt idx="639">34.636000000000003</cx:pt>
          <cx:pt idx="640">53.747</cx:pt>
          <cx:pt idx="641">46.524000000000001</cx:pt>
          <cx:pt idx="642">34.594000000000001</cx:pt>
          <cx:pt idx="643">36.164000000000001</cx:pt>
          <cx:pt idx="644">89.319999999999993</cx:pt>
          <cx:pt idx="645">20.491</cx:pt>
          <cx:pt idx="646">42.481999999999999</cx:pt>
          <cx:pt idx="647">45.223999999999997</cx:pt>
          <cx:pt idx="648">36.338000000000001</cx:pt>
          <cx:pt idx="649">55.899000000000001</cx:pt>
          <cx:pt idx="650">77.161000000000001</cx:pt>
          <cx:pt idx="651">40.747</cx:pt>
          <cx:pt idx="652">44.363999999999997</cx:pt>
          <cx:pt idx="653">38.002000000000002</cx:pt>
          <cx:pt idx="654">56.084000000000003</cx:pt>
          <cx:pt idx="655">35.646999999999998</cx:pt>
          <cx:pt idx="656">37.917000000000002</cx:pt>
          <cx:pt idx="657">40.662999999999997</cx:pt>
          <cx:pt idx="658">107.194</cx:pt>
          <cx:pt idx="659">33.049999999999997</cx:pt>
          <cx:pt idx="660">40.996000000000002</cx:pt>
          <cx:pt idx="661">56.250999999999998</cx:pt>
          <cx:pt idx="662">89.340000000000003</cx:pt>
          <cx:pt idx="663">68.120000000000005</cx:pt>
          <cx:pt idx="664">61.770000000000003</cx:pt>
          <cx:pt idx="665">60.191000000000003</cx:pt>
          <cx:pt idx="666">48.948999999999998</cx:pt>
          <cx:pt idx="667">78.295000000000002</cx:pt>
          <cx:pt idx="668">58.179000000000002</cx:pt>
          <cx:pt idx="669">45.127000000000002</cx:pt>
          <cx:pt idx="670">40.179000000000002</cx:pt>
          <cx:pt idx="671">70.959000000000003</cx:pt>
          <cx:pt idx="672">132.851</cx:pt>
          <cx:pt idx="673">83.079999999999998</cx:pt>
          <cx:pt idx="674">60.796999999999997</cx:pt>
          <cx:pt idx="675">39.482999999999997</cx:pt>
          <cx:pt idx="676">40.375999999999998</cx:pt>
          <cx:pt idx="677">60.531999999999996</cx:pt>
          <cx:pt idx="678">54.350999999999999</cx:pt>
          <cx:pt idx="679">104.218</cx:pt>
          <cx:pt idx="680">62.756999999999998</cx:pt>
          <cx:pt idx="681">42.817999999999998</cx:pt>
          <cx:pt idx="682">139.88900000000001</cx:pt>
          <cx:pt idx="683">50.351999999999997</cx:pt>
          <cx:pt idx="684">115.98399999999999</cx:pt>
          <cx:pt idx="685">37.246000000000002</cx:pt>
          <cx:pt idx="686">75.724999999999994</cx:pt>
          <cx:pt idx="687">83.665000000000006</cx:pt>
          <cx:pt idx="688">124.504</cx:pt>
          <cx:pt idx="689">48.567999999999998</cx:pt>
          <cx:pt idx="690">53.604999999999997</cx:pt>
          <cx:pt idx="691">121.902</cx:pt>
          <cx:pt idx="692">61.267000000000003</cx:pt>
          <cx:pt idx="693">138.363</cx:pt>
          <cx:pt idx="694">131.072</cx:pt>
          <cx:pt idx="695">50.030000000000001</cx:pt>
          <cx:pt idx="696">32.728999999999999</cx:pt>
          <cx:pt idx="697">32.853999999999999</cx:pt>
          <cx:pt idx="698">54.284999999999997</cx:pt>
          <cx:pt idx="699">107.873</cx:pt>
          <cx:pt idx="700">145.37</cx:pt>
          <cx:pt idx="701">125.584</cx:pt>
          <cx:pt idx="702">205.42400000000001</cx:pt>
          <cx:pt idx="703">52.457999999999998</cx:pt>
          <cx:pt idx="704">131.709</cx:pt>
          <cx:pt idx="705">58.357999999999997</cx:pt>
          <cx:pt idx="706">145.084</cx:pt>
          <cx:pt idx="707">140.15100000000001</cx:pt>
          <cx:pt idx="708">34.667000000000002</cx:pt>
          <cx:pt idx="709">122.221</cx:pt>
          <cx:pt idx="710">221.09200000000001</cx:pt>
          <cx:pt idx="711">81.540000000000006</cx:pt>
          <cx:pt idx="712">119.42</cx:pt>
          <cx:pt idx="713">148.21299999999999</cx:pt>
          <cx:pt idx="714">143.798</cx:pt>
          <cx:pt idx="715">111.979</cx:pt>
          <cx:pt idx="716">117.34099999999999</cx:pt>
        </cx:lvl>
      </cx:numDim>
    </cx:data>
  </cx:chartData>
  <cx:chart>
    <cx:title pos="t" align="ctr" overlay="0">
      <cx:tx>
        <cx:txData>
          <cx:v>Length</cx:v>
        </cx:txData>
      </cx:tx>
      <cx:txPr>
        <a:bodyPr spcFirstLastPara="1" vertOverflow="ellipsis" horzOverflow="overflow" wrap="square" lIns="0" tIns="0" rIns="0" bIns="0" anchor="ctr" anchorCtr="1"/>
        <a:lstStyle/>
        <a:p>
          <a:pPr algn="ctr" rtl="0">
            <a:defRPr/>
          </a:pPr>
          <a:r>
            <a:rPr lang="en-US" sz="1400" b="0" i="0" u="none" strike="noStrike" baseline="0">
              <a:solidFill>
                <a:sysClr val="windowText" lastClr="000000">
                  <a:lumMod val="65000"/>
                  <a:lumOff val="35000"/>
                </a:sysClr>
              </a:solidFill>
              <a:latin typeface="Aptos Narrow" panose="02110004020202020204"/>
            </a:rPr>
            <a:t>Length</a:t>
          </a:r>
        </a:p>
      </cx:txPr>
    </cx:title>
    <cx:plotArea>
      <cx:plotAreaRegion>
        <cx:series layoutId="clusteredColumn" uniqueId="{577C7C57-F6FF-4E2B-B175-876FF226A6F5}">
          <cx:tx>
            <cx:txData>
              <cx:f>'no leave edited'!$E$1</cx:f>
              <cx:v>Length (mm)</cx:v>
            </cx:txData>
          </cx:tx>
          <cx:dataLabels/>
          <cx:dataId val="0"/>
          <cx:layoutPr>
            <cx:binning intervalClosed="r" underflow="0" overflow="160">
              <cx:binCount val="30"/>
            </cx:binning>
          </cx:layoutPr>
        </cx:series>
      </cx:plotAreaRegion>
      <cx:axis id="0">
        <cx:catScaling gapWidth="0"/>
        <cx:tickLabels/>
        <cx:numFmt formatCode="#,##0.0" sourceLinked="0"/>
      </cx:axis>
      <cx:axis id="1">
        <cx:valScaling/>
        <cx:majorGridlines/>
        <cx:tickLabels/>
      </cx:axis>
    </cx:plotArea>
  </cx:chart>
</cx:chartSpace>
</file>

<file path=ppt/charts/chartEx7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numDim type="val">
        <cx:f>'leave edited'!$F$2:$F$738</cx:f>
        <cx:lvl ptCount="737" formatCode="General">
          <cx:pt idx="0">6.2510000000000003</cx:pt>
          <cx:pt idx="1">2.4470000000000001</cx:pt>
          <cx:pt idx="2">2.6560000000000001</cx:pt>
          <cx:pt idx="3">7.4349999999999996</cx:pt>
          <cx:pt idx="4">3.4359999999999999</cx:pt>
          <cx:pt idx="5">2.6059999999999999</cx:pt>
          <cx:pt idx="6">2.4980000000000002</cx:pt>
          <cx:pt idx="7">3.0019999999999998</cx:pt>
          <cx:pt idx="8">4.3659999999999997</cx:pt>
          <cx:pt idx="9">3.5089999999999999</cx:pt>
          <cx:pt idx="10">2.367</cx:pt>
          <cx:pt idx="11">2.5</cx:pt>
          <cx:pt idx="12">12.196</cx:pt>
          <cx:pt idx="13">4.5880000000000001</cx:pt>
          <cx:pt idx="14">4.2030000000000003</cx:pt>
          <cx:pt idx="15">9.2490000000000006</cx:pt>
          <cx:pt idx="16">8.2270000000000003</cx:pt>
          <cx:pt idx="17">6.0449999999999999</cx:pt>
          <cx:pt idx="18">4.6500000000000004</cx:pt>
          <cx:pt idx="19">2.2010000000000001</cx:pt>
          <cx:pt idx="20">6.4770000000000003</cx:pt>
          <cx:pt idx="21">5.4930000000000003</cx:pt>
          <cx:pt idx="22">5.5289999999999999</cx:pt>
          <cx:pt idx="23">5.5940000000000003</cx:pt>
          <cx:pt idx="24">6.4029999999999996</cx:pt>
          <cx:pt idx="25">3.2890000000000001</cx:pt>
          <cx:pt idx="26">3.3069999999999999</cx:pt>
          <cx:pt idx="27">3.0830000000000002</cx:pt>
          <cx:pt idx="28">4.1829999999999998</cx:pt>
          <cx:pt idx="29">5.6529999999999996</cx:pt>
          <cx:pt idx="30">9</cx:pt>
          <cx:pt idx="31">3.79</cx:pt>
          <cx:pt idx="32">3.0249999999999999</cx:pt>
          <cx:pt idx="33">11.364000000000001</cx:pt>
          <cx:pt idx="34">4.0350000000000001</cx:pt>
          <cx:pt idx="35">4.5309999999999997</cx:pt>
          <cx:pt idx="36">12.742000000000001</cx:pt>
          <cx:pt idx="37">8.8970000000000002</cx:pt>
          <cx:pt idx="38">17.015999999999998</cx:pt>
          <cx:pt idx="39">16.928000000000001</cx:pt>
          <cx:pt idx="40">5.8739999999999997</cx:pt>
          <cx:pt idx="41">4.7350000000000003</cx:pt>
          <cx:pt idx="42">5.0179999999999998</cx:pt>
          <cx:pt idx="43">4.6950000000000003</cx:pt>
          <cx:pt idx="44">2.956</cx:pt>
          <cx:pt idx="45">5.1900000000000004</cx:pt>
          <cx:pt idx="46">3.0920000000000001</cx:pt>
          <cx:pt idx="47">3.4420000000000002</cx:pt>
          <cx:pt idx="48">3.5529999999999999</cx:pt>
          <cx:pt idx="49">3.194</cx:pt>
          <cx:pt idx="50">5.5839999999999996</cx:pt>
          <cx:pt idx="51">7.117</cx:pt>
          <cx:pt idx="52">4.8360000000000003</cx:pt>
          <cx:pt idx="53">2.6899999999999999</cx:pt>
          <cx:pt idx="54">4.0309999999999997</cx:pt>
          <cx:pt idx="55">3.3010000000000002</cx:pt>
          <cx:pt idx="56">4.2800000000000002</cx:pt>
          <cx:pt idx="57">7.5149999999999997</cx:pt>
          <cx:pt idx="58">3.8759999999999999</cx:pt>
          <cx:pt idx="59">4.7800000000000002</cx:pt>
          <cx:pt idx="60">2.9289999999999998</cx:pt>
          <cx:pt idx="61">6.2409999999999997</cx:pt>
          <cx:pt idx="62">4.7089999999999996</cx:pt>
          <cx:pt idx="63">8.6240000000000006</cx:pt>
          <cx:pt idx="64">7.3789999999999996</cx:pt>
          <cx:pt idx="65">3.1499999999999999</cx:pt>
          <cx:pt idx="66">3.7770000000000001</cx:pt>
          <cx:pt idx="67">3.0910000000000002</cx:pt>
          <cx:pt idx="68">2.4289999999999998</cx:pt>
          <cx:pt idx="69">5.9370000000000003</cx:pt>
          <cx:pt idx="70">9.1609999999999996</cx:pt>
          <cx:pt idx="71">5.6740000000000004</cx:pt>
          <cx:pt idx="72">4.6289999999999996</cx:pt>
          <cx:pt idx="73">5.7569999999999997</cx:pt>
          <cx:pt idx="74">8.3480000000000008</cx:pt>
          <cx:pt idx="75">4.6799999999999997</cx:pt>
          <cx:pt idx="76">14.343999999999999</cx:pt>
          <cx:pt idx="77">8.4979999999999993</cx:pt>
          <cx:pt idx="78">3.4940000000000002</cx:pt>
          <cx:pt idx="79">3.3530000000000002</cx:pt>
          <cx:pt idx="80">3.327</cx:pt>
          <cx:pt idx="81">4.1970000000000001</cx:pt>
          <cx:pt idx="82">12.513</cx:pt>
          <cx:pt idx="83">5.4059999999999997</cx:pt>
          <cx:pt idx="84">6.4199999999999999</cx:pt>
          <cx:pt idx="85">5.008</cx:pt>
          <cx:pt idx="86">6.8319999999999999</cx:pt>
          <cx:pt idx="87">9.4039999999999999</cx:pt>
          <cx:pt idx="88">13.317</cx:pt>
          <cx:pt idx="89">13.587</cx:pt>
          <cx:pt idx="90">5.0709999999999997</cx:pt>
          <cx:pt idx="91">6.0819999999999999</cx:pt>
          <cx:pt idx="92">8.6750000000000007</cx:pt>
          <cx:pt idx="93">4.2030000000000003</cx:pt>
          <cx:pt idx="94">3.1589999999999998</cx:pt>
          <cx:pt idx="95">4.3570000000000002</cx:pt>
          <cx:pt idx="96">8.3740000000000006</cx:pt>
          <cx:pt idx="97">7.1369999999999996</cx:pt>
          <cx:pt idx="98">5.4710000000000001</cx:pt>
          <cx:pt idx="99">5.1760000000000002</cx:pt>
          <cx:pt idx="100">8.4870000000000001</cx:pt>
          <cx:pt idx="101">9.5690000000000008</cx:pt>
          <cx:pt idx="102">7.8479999999999999</cx:pt>
          <cx:pt idx="103">9.1440000000000001</cx:pt>
          <cx:pt idx="104">11.387</cx:pt>
          <cx:pt idx="105">4.181</cx:pt>
          <cx:pt idx="106">5.9580000000000002</cx:pt>
          <cx:pt idx="107">7.3490000000000002</cx:pt>
          <cx:pt idx="108">4.4379999999999997</cx:pt>
          <cx:pt idx="109">4.3940000000000001</cx:pt>
          <cx:pt idx="110">7.0380000000000003</cx:pt>
          <cx:pt idx="111">8.1069999999999993</cx:pt>
          <cx:pt idx="112">3.3109999999999999</cx:pt>
          <cx:pt idx="113">4.5880000000000001</cx:pt>
          <cx:pt idx="114">5.9459999999999997</cx:pt>
          <cx:pt idx="115">5.46</cx:pt>
          <cx:pt idx="116">4.2939999999999996</cx:pt>
          <cx:pt idx="117">5.0439999999999996</cx:pt>
          <cx:pt idx="118">5.2210000000000001</cx:pt>
          <cx:pt idx="119">8.1449999999999996</cx:pt>
          <cx:pt idx="120">8.5730000000000004</cx:pt>
          <cx:pt idx="121">7.0049999999999999</cx:pt>
          <cx:pt idx="122">4.9610000000000003</cx:pt>
          <cx:pt idx="123">5.7709999999999999</cx:pt>
          <cx:pt idx="124">3.4980000000000002</cx:pt>
          <cx:pt idx="125">6.8659999999999997</cx:pt>
          <cx:pt idx="126">4.3410000000000002</cx:pt>
          <cx:pt idx="127">5.3259999999999996</cx:pt>
          <cx:pt idx="128">8.8770000000000007</cx:pt>
          <cx:pt idx="129">4.9169999999999998</cx:pt>
          <cx:pt idx="130">6.2830000000000004</cx:pt>
          <cx:pt idx="131">6.1100000000000003</cx:pt>
          <cx:pt idx="132">10.973000000000001</cx:pt>
          <cx:pt idx="133">3.3839999999999999</cx:pt>
          <cx:pt idx="134">4.6369999999999996</cx:pt>
          <cx:pt idx="135">4.6689999999999996</cx:pt>
          <cx:pt idx="136">5.423</cx:pt>
          <cx:pt idx="137">8.9469999999999992</cx:pt>
          <cx:pt idx="138">4.8159999999999998</cx:pt>
          <cx:pt idx="139">7.8209999999999997</cx:pt>
          <cx:pt idx="140">9.1699999999999999</cx:pt>
          <cx:pt idx="141">7.3330000000000002</cx:pt>
          <cx:pt idx="142">10.654999999999999</cx:pt>
          <cx:pt idx="143">5.7270000000000003</cx:pt>
          <cx:pt idx="144">4.0069999999999997</cx:pt>
          <cx:pt idx="145">4.6870000000000003</cx:pt>
          <cx:pt idx="146">7.2450000000000001</cx:pt>
          <cx:pt idx="147">6.2009999999999996</cx:pt>
          <cx:pt idx="148">4.665</cx:pt>
          <cx:pt idx="149">4.5469999999999997</cx:pt>
          <cx:pt idx="150">4.5789999999999997</cx:pt>
          <cx:pt idx="151">11.295</cx:pt>
          <cx:pt idx="152">8.6609999999999996</cx:pt>
          <cx:pt idx="153">7.774</cx:pt>
          <cx:pt idx="154">11.675000000000001</cx:pt>
          <cx:pt idx="155">6.8620000000000001</cx:pt>
          <cx:pt idx="156">6.0830000000000002</cx:pt>
          <cx:pt idx="157">4.4130000000000003</cx:pt>
          <cx:pt idx="158">18.443999999999999</cx:pt>
          <cx:pt idx="159">6.9729999999999999</cx:pt>
          <cx:pt idx="160">13.759</cx:pt>
          <cx:pt idx="161">4.5380000000000003</cx:pt>
          <cx:pt idx="162">4.5069999999999997</cx:pt>
          <cx:pt idx="163">6.9960000000000004</cx:pt>
          <cx:pt idx="164">5.5259999999999998</cx:pt>
          <cx:pt idx="165">4.0179999999999998</cx:pt>
          <cx:pt idx="166">4.9720000000000004</cx:pt>
          <cx:pt idx="167">5.5339999999999998</cx:pt>
          <cx:pt idx="168">4.8230000000000004</cx:pt>
          <cx:pt idx="169">4.8940000000000001</cx:pt>
          <cx:pt idx="170">17.532</cx:pt>
          <cx:pt idx="171">3.8740000000000001</cx:pt>
          <cx:pt idx="172">4.6630000000000003</cx:pt>
          <cx:pt idx="173">3.7770000000000001</cx:pt>
          <cx:pt idx="174">7.5309999999999997</cx:pt>
          <cx:pt idx="175">5.5919999999999996</cx:pt>
          <cx:pt idx="176">4.3620000000000001</cx:pt>
          <cx:pt idx="177">4.0819999999999999</cx:pt>
          <cx:pt idx="178">11.305</cx:pt>
          <cx:pt idx="179">10.380000000000001</cx:pt>
          <cx:pt idx="180">4.6689999999999996</cx:pt>
          <cx:pt idx="181">12.818</cx:pt>
          <cx:pt idx="182">3.4399999999999999</cx:pt>
          <cx:pt idx="183">16.010999999999999</cx:pt>
          <cx:pt idx="184">10.58</cx:pt>
          <cx:pt idx="185">11.808999999999999</cx:pt>
          <cx:pt idx="186">5.532</cx:pt>
          <cx:pt idx="187">4.7560000000000002</cx:pt>
          <cx:pt idx="188">7.9349999999999996</cx:pt>
          <cx:pt idx="189">3.7130000000000001</cx:pt>
          <cx:pt idx="190">9.3369999999999997</cx:pt>
          <cx:pt idx="191">8.4489999999999998</cx:pt>
          <cx:pt idx="192">4.2850000000000001</cx:pt>
          <cx:pt idx="193">7.0739999999999998</cx:pt>
          <cx:pt idx="194">5.9459999999999997</cx:pt>
          <cx:pt idx="195">3.516</cx:pt>
          <cx:pt idx="196">4.3330000000000002</cx:pt>
          <cx:pt idx="197">9.1980000000000004</cx:pt>
          <cx:pt idx="198">16.766999999999999</cx:pt>
          <cx:pt idx="199">5.9850000000000003</cx:pt>
          <cx:pt idx="200">5.2359999999999998</cx:pt>
          <cx:pt idx="201">4.7249999999999996</cx:pt>
          <cx:pt idx="202">12.034000000000001</cx:pt>
          <cx:pt idx="203">5.3040000000000003</cx:pt>
          <cx:pt idx="204">7.0469999999999997</cx:pt>
          <cx:pt idx="205">7.1879999999999997</cx:pt>
          <cx:pt idx="206">7.2530000000000001</cx:pt>
          <cx:pt idx="207">5.2960000000000003</cx:pt>
          <cx:pt idx="208">6.0990000000000002</cx:pt>
          <cx:pt idx="209">9.2080000000000002</cx:pt>
          <cx:pt idx="210">6.4509999999999996</cx:pt>
          <cx:pt idx="211">4.7949999999999999</cx:pt>
          <cx:pt idx="212">4.1509999999999998</cx:pt>
          <cx:pt idx="213">7.4429999999999996</cx:pt>
          <cx:pt idx="214">6.1399999999999997</cx:pt>
          <cx:pt idx="215">6.29</cx:pt>
          <cx:pt idx="216">5.5149999999999997</cx:pt>
          <cx:pt idx="217">11.932</cx:pt>
          <cx:pt idx="218">11.074999999999999</cx:pt>
          <cx:pt idx="219">6.2220000000000004</cx:pt>
          <cx:pt idx="220">11.411</cx:pt>
          <cx:pt idx="221">6.649</cx:pt>
          <cx:pt idx="222">8.5269999999999992</cx:pt>
          <cx:pt idx="223">4.3869999999999996</cx:pt>
          <cx:pt idx="224">7.4119999999999999</cx:pt>
          <cx:pt idx="225">3.7959999999999998</cx:pt>
          <cx:pt idx="226">7.7220000000000004</cx:pt>
          <cx:pt idx="227">6.0789999999999997</cx:pt>
          <cx:pt idx="228">15.167999999999999</cx:pt>
          <cx:pt idx="229">6.5780000000000003</cx:pt>
          <cx:pt idx="230">4.4729999999999999</cx:pt>
          <cx:pt idx="231">5.242</cx:pt>
          <cx:pt idx="232">11.483000000000001</cx:pt>
          <cx:pt idx="233">6.1529999999999996</cx:pt>
          <cx:pt idx="234">5.5700000000000003</cx:pt>
          <cx:pt idx="235">10.314</cx:pt>
          <cx:pt idx="236">5.9589999999999996</cx:pt>
          <cx:pt idx="237">4.3879999999999999</cx:pt>
          <cx:pt idx="238">11.073</cx:pt>
          <cx:pt idx="239">5.1920000000000002</cx:pt>
          <cx:pt idx="240">7.9109999999999996</cx:pt>
          <cx:pt idx="241">10.058</cx:pt>
          <cx:pt idx="242">9.5050000000000008</cx:pt>
          <cx:pt idx="243">7.2789999999999999</cx:pt>
          <cx:pt idx="244">8.2420000000000009</cx:pt>
          <cx:pt idx="245">3.573</cx:pt>
          <cx:pt idx="246">5.6040000000000001</cx:pt>
          <cx:pt idx="247">6.4089999999999998</cx:pt>
          <cx:pt idx="248">3.754</cx:pt>
          <cx:pt idx="249">8.2759999999999998</cx:pt>
          <cx:pt idx="250">8.3100000000000005</cx:pt>
          <cx:pt idx="251">5.9100000000000001</cx:pt>
          <cx:pt idx="252">8.391</cx:pt>
          <cx:pt idx="253">7.585</cx:pt>
          <cx:pt idx="254">13.782</cx:pt>
          <cx:pt idx="255">5.5970000000000004</cx:pt>
          <cx:pt idx="256">6.5270000000000001</cx:pt>
          <cx:pt idx="257">4.4809999999999999</cx:pt>
          <cx:pt idx="258">5.9530000000000003</cx:pt>
          <cx:pt idx="259">5.2220000000000004</cx:pt>
          <cx:pt idx="260">6.29</cx:pt>
          <cx:pt idx="261">7.2629999999999999</cx:pt>
          <cx:pt idx="262">4.3040000000000003</cx:pt>
          <cx:pt idx="263">6.298</cx:pt>
          <cx:pt idx="264">5.7629999999999999</cx:pt>
          <cx:pt idx="265">3.7890000000000001</cx:pt>
          <cx:pt idx="266">5.0339999999999998</cx:pt>
          <cx:pt idx="267">10.179</cx:pt>
          <cx:pt idx="268">5.5419999999999998</cx:pt>
          <cx:pt idx="269">9.8729999999999993</cx:pt>
          <cx:pt idx="270">6.8330000000000002</cx:pt>
          <cx:pt idx="271">3.637</cx:pt>
          <cx:pt idx="272">4.4329999999999998</cx:pt>
          <cx:pt idx="273">5.5250000000000004</cx:pt>
          <cx:pt idx="274">4.726</cx:pt>
          <cx:pt idx="275">15.145</cx:pt>
          <cx:pt idx="276">11.365</cx:pt>
          <cx:pt idx="277">16.469999999999999</cx:pt>
          <cx:pt idx="278">12.186999999999999</cx:pt>
          <cx:pt idx="279">4.508</cx:pt>
          <cx:pt idx="280">6.3200000000000003</cx:pt>
          <cx:pt idx="281">5.6189999999999998</cx:pt>
          <cx:pt idx="282">6.6680000000000001</cx:pt>
          <cx:pt idx="283">10.715999999999999</cx:pt>
          <cx:pt idx="284">6.0259999999999998</cx:pt>
          <cx:pt idx="285">6.8419999999999996</cx:pt>
          <cx:pt idx="286">6.657</cx:pt>
          <cx:pt idx="287">7.1929999999999996</cx:pt>
          <cx:pt idx="288">5.1390000000000002</cx:pt>
          <cx:pt idx="289">12.641</cx:pt>
          <cx:pt idx="290">6.2549999999999999</cx:pt>
          <cx:pt idx="291">12.644</cx:pt>
          <cx:pt idx="292">6.4619999999999997</cx:pt>
          <cx:pt idx="293">7.2560000000000002</cx:pt>
          <cx:pt idx="294">6.7469999999999999</cx:pt>
          <cx:pt idx="295">7.21</cx:pt>
          <cx:pt idx="296">8.859</cx:pt>
          <cx:pt idx="297">6.3040000000000003</cx:pt>
          <cx:pt idx="298">5.3129999999999997</cx:pt>
          <cx:pt idx="299">7.1379999999999999</cx:pt>
          <cx:pt idx="300">7.1909999999999998</cx:pt>
          <cx:pt idx="301">9.9499999999999993</cx:pt>
          <cx:pt idx="302">7.4530000000000003</cx:pt>
          <cx:pt idx="303">5.2069999999999999</cx:pt>
          <cx:pt idx="304">8.9480000000000004</cx:pt>
          <cx:pt idx="305">8.3140000000000001</cx:pt>
          <cx:pt idx="306">6.9480000000000004</cx:pt>
          <cx:pt idx="307">5.1470000000000002</cx:pt>
          <cx:pt idx="308">7.7599999999999998</cx:pt>
          <cx:pt idx="309">6.3390000000000004</cx:pt>
          <cx:pt idx="310">9.0739999999999998</cx:pt>
          <cx:pt idx="311">6.2220000000000004</cx:pt>
          <cx:pt idx="312">13.618</cx:pt>
          <cx:pt idx="313">25.247</cx:pt>
          <cx:pt idx="314">6.992</cx:pt>
          <cx:pt idx="315">6.2859999999999996</cx:pt>
          <cx:pt idx="316">5.9500000000000002</cx:pt>
          <cx:pt idx="317">5.7370000000000001</cx:pt>
          <cx:pt idx="318">10.948</cx:pt>
          <cx:pt idx="319">5.7869999999999999</cx:pt>
          <cx:pt idx="320">5.9320000000000004</cx:pt>
          <cx:pt idx="321">5.1289999999999996</cx:pt>
          <cx:pt idx="322">7.1440000000000001</cx:pt>
          <cx:pt idx="323">5.7370000000000001</cx:pt>
          <cx:pt idx="324">9.0760000000000005</cx:pt>
          <cx:pt idx="325">5.6559999999999997</cx:pt>
          <cx:pt idx="326">6.6429999999999998</cx:pt>
          <cx:pt idx="327">4.9880000000000004</cx:pt>
          <cx:pt idx="328">6.9589999999999996</cx:pt>
          <cx:pt idx="329">11.395</cx:pt>
          <cx:pt idx="330">8.7609999999999992</cx:pt>
          <cx:pt idx="331">9.9160000000000004</cx:pt>
          <cx:pt idx="332">5.8979999999999997</cx:pt>
          <cx:pt idx="333">7.1059999999999999</cx:pt>
          <cx:pt idx="334">3.9329999999999998</cx:pt>
          <cx:pt idx="335">4.9080000000000004</cx:pt>
          <cx:pt idx="336">4.4509999999999996</cx:pt>
          <cx:pt idx="337">7.6710000000000003</cx:pt>
          <cx:pt idx="338">5.6520000000000001</cx:pt>
          <cx:pt idx="339">7.2270000000000003</cx:pt>
          <cx:pt idx="340">8.2599999999999998</cx:pt>
          <cx:pt idx="341">10.743</cx:pt>
          <cx:pt idx="342">7.431</cx:pt>
          <cx:pt idx="343">7.6130000000000004</cx:pt>
          <cx:pt idx="344">11.669</cx:pt>
          <cx:pt idx="345">6.2770000000000001</cx:pt>
          <cx:pt idx="346">8.1440000000000001</cx:pt>
          <cx:pt idx="347">7.4480000000000004</cx:pt>
          <cx:pt idx="348">11.159000000000001</cx:pt>
          <cx:pt idx="349">4.9299999999999997</cx:pt>
          <cx:pt idx="350">11.037000000000001</cx:pt>
          <cx:pt idx="351">18.280000000000001</cx:pt>
          <cx:pt idx="352">9.0619999999999994</cx:pt>
          <cx:pt idx="353">6.4420000000000002</cx:pt>
          <cx:pt idx="354">5.1799999999999997</cx:pt>
          <cx:pt idx="355">9.4350000000000005</cx:pt>
          <cx:pt idx="356">6.7080000000000002</cx:pt>
          <cx:pt idx="357">5.891</cx:pt>
          <cx:pt idx="358">11.029</cx:pt>
          <cx:pt idx="359">9.5340000000000007</cx:pt>
          <cx:pt idx="360">6.4630000000000001</cx:pt>
          <cx:pt idx="361">4.6769999999999996</cx:pt>
          <cx:pt idx="362">11.554</cx:pt>
          <cx:pt idx="363">11.821999999999999</cx:pt>
          <cx:pt idx="364">8.9550000000000001</cx:pt>
          <cx:pt idx="365">8.0459999999999994</cx:pt>
          <cx:pt idx="366">8.1370000000000005</cx:pt>
          <cx:pt idx="367">8.0459999999999994</cx:pt>
          <cx:pt idx="368">7.0759999999999996</cx:pt>
          <cx:pt idx="369">4.3819999999999997</cx:pt>
          <cx:pt idx="370">12.227</cx:pt>
          <cx:pt idx="371">6.1580000000000004</cx:pt>
          <cx:pt idx="372">4.3259999999999996</cx:pt>
          <cx:pt idx="373">5.6319999999999997</cx:pt>
          <cx:pt idx="374">9.6509999999999998</cx:pt>
          <cx:pt idx="375">7.1950000000000003</cx:pt>
          <cx:pt idx="376">6.702</cx:pt>
          <cx:pt idx="377">5.8959999999999999</cx:pt>
          <cx:pt idx="378">3.5190000000000001</cx:pt>
          <cx:pt idx="379">7.1580000000000004</cx:pt>
          <cx:pt idx="380">5.9589999999999996</cx:pt>
          <cx:pt idx="381">6.1619999999999999</cx:pt>
          <cx:pt idx="382">9.298</cx:pt>
          <cx:pt idx="383">4.7889999999999997</cx:pt>
          <cx:pt idx="384">6.1909999999999998</cx:pt>
          <cx:pt idx="385">9.4619999999999997</cx:pt>
          <cx:pt idx="386">12.895</cx:pt>
          <cx:pt idx="387">4.7039999999999997</cx:pt>
          <cx:pt idx="388">6.1269999999999998</cx:pt>
          <cx:pt idx="389">5.7169999999999996</cx:pt>
          <cx:pt idx="390">7.5990000000000002</cx:pt>
          <cx:pt idx="391">7.165</cx:pt>
          <cx:pt idx="392">5.0620000000000003</cx:pt>
          <cx:pt idx="393">9.1609999999999996</cx:pt>
          <cx:pt idx="394">6.5730000000000004</cx:pt>
          <cx:pt idx="395">16.623000000000001</cx:pt>
          <cx:pt idx="396">6.4980000000000002</cx:pt>
          <cx:pt idx="397">3.3519999999999999</cx:pt>
          <cx:pt idx="398">6.3579999999999997</cx:pt>
          <cx:pt idx="399">5.6779999999999999</cx:pt>
          <cx:pt idx="400">5.4779999999999998</cx:pt>
          <cx:pt idx="401">6.1150000000000002</cx:pt>
          <cx:pt idx="402">9.0419999999999998</cx:pt>
          <cx:pt idx="403">4.9059999999999997</cx:pt>
          <cx:pt idx="404">4.8929999999999998</cx:pt>
          <cx:pt idx="405">5.9690000000000003</cx:pt>
          <cx:pt idx="406">6.9080000000000004</cx:pt>
          <cx:pt idx="407">9.9580000000000002</cx:pt>
          <cx:pt idx="408">5.3710000000000004</cx:pt>
          <cx:pt idx="409">6.9260000000000002</cx:pt>
          <cx:pt idx="410">10.525</cx:pt>
          <cx:pt idx="411">18.969000000000001</cx:pt>
          <cx:pt idx="412">7.9249999999999998</cx:pt>
          <cx:pt idx="413">5.1390000000000002</cx:pt>
          <cx:pt idx="414">7.1989999999999998</cx:pt>
          <cx:pt idx="415">13.211</cx:pt>
          <cx:pt idx="416">9.1099999999999994</cx:pt>
          <cx:pt idx="417">5.0030000000000001</cx:pt>
          <cx:pt idx="418">12.920999999999999</cx:pt>
          <cx:pt idx="419">11.862</cx:pt>
          <cx:pt idx="420">5.7300000000000004</cx:pt>
          <cx:pt idx="421">9.7919999999999998</cx:pt>
          <cx:pt idx="422">6.6459999999999999</cx:pt>
          <cx:pt idx="423">7.8849999999999998</cx:pt>
          <cx:pt idx="424">9.4239999999999995</cx:pt>
          <cx:pt idx="425">7.6619999999999999</cx:pt>
          <cx:pt idx="426">12.427</cx:pt>
          <cx:pt idx="427">5.444</cx:pt>
          <cx:pt idx="428">11.954000000000001</cx:pt>
          <cx:pt idx="429">7.5919999999999996</cx:pt>
          <cx:pt idx="430">6.4299999999999997</cx:pt>
          <cx:pt idx="431">18.170999999999999</cx:pt>
          <cx:pt idx="432">30.626000000000001</cx:pt>
          <cx:pt idx="433">10.295999999999999</cx:pt>
          <cx:pt idx="434">5.774</cx:pt>
          <cx:pt idx="435">17.399999999999999</cx:pt>
          <cx:pt idx="436">6.0499999999999998</cx:pt>
          <cx:pt idx="437">8.5800000000000001</cx:pt>
          <cx:pt idx="438">10.317</cx:pt>
          <cx:pt idx="439">7.2140000000000004</cx:pt>
          <cx:pt idx="440">26.716000000000001</cx:pt>
          <cx:pt idx="441">7.4240000000000004</cx:pt>
          <cx:pt idx="442">13.933999999999999</cx:pt>
          <cx:pt idx="443">8.2029999999999994</cx:pt>
          <cx:pt idx="444">16.858000000000001</cx:pt>
          <cx:pt idx="445">29.812999999999999</cx:pt>
          <cx:pt idx="446">15.384</cx:pt>
          <cx:pt idx="447">7.9269999999999996</cx:pt>
          <cx:pt idx="448">11.542999999999999</cx:pt>
          <cx:pt idx="449">9.2230000000000008</cx:pt>
          <cx:pt idx="450">5.5019999999999998</cx:pt>
          <cx:pt idx="451">5.8899999999999997</cx:pt>
          <cx:pt idx="452">8.4529999999999994</cx:pt>
          <cx:pt idx="453">8.4789999999999992</cx:pt>
          <cx:pt idx="454">6.4710000000000001</cx:pt>
          <cx:pt idx="455">11.994999999999999</cx:pt>
          <cx:pt idx="456">9.7430000000000003</cx:pt>
          <cx:pt idx="457">11.627000000000001</cx:pt>
          <cx:pt idx="458">7.5129999999999999</cx:pt>
          <cx:pt idx="459">14.763</cx:pt>
          <cx:pt idx="460">8.1829999999999998</cx:pt>
          <cx:pt idx="461">12.331</cx:pt>
          <cx:pt idx="462">9.1010000000000009</cx:pt>
          <cx:pt idx="463">7.4020000000000001</cx:pt>
          <cx:pt idx="464">7.5960000000000001</cx:pt>
          <cx:pt idx="465">7.2720000000000002</cx:pt>
          <cx:pt idx="466">13.406000000000001</cx:pt>
          <cx:pt idx="467">17.265999999999998</cx:pt>
          <cx:pt idx="468">12.77</cx:pt>
          <cx:pt idx="469">7.2960000000000003</cx:pt>
          <cx:pt idx="470">7.8090000000000002</cx:pt>
          <cx:pt idx="471">6.3259999999999996</cx:pt>
          <cx:pt idx="472">12.755000000000001</cx:pt>
          <cx:pt idx="473">34.875999999999998</cx:pt>
          <cx:pt idx="474">10.106</cx:pt>
          <cx:pt idx="475">3.726</cx:pt>
          <cx:pt idx="476">7.4550000000000001</cx:pt>
          <cx:pt idx="477">19.818000000000001</cx:pt>
          <cx:pt idx="478">13.747</cx:pt>
          <cx:pt idx="479">5.899</cx:pt>
          <cx:pt idx="480">9.0239999999999991</cx:pt>
          <cx:pt idx="481">4.5039999999999996</cx:pt>
          <cx:pt idx="482">10.951000000000001</cx:pt>
          <cx:pt idx="483">6.0369999999999999</cx:pt>
          <cx:pt idx="484">6.9960000000000004</cx:pt>
          <cx:pt idx="485">17.651</cx:pt>
          <cx:pt idx="486">21.300999999999998</cx:pt>
          <cx:pt idx="487">12.818</cx:pt>
          <cx:pt idx="488">7.6580000000000004</cx:pt>
          <cx:pt idx="489">6.0209999999999999</cx:pt>
          <cx:pt idx="490">9.1649999999999991</cx:pt>
          <cx:pt idx="491">13.005000000000001</cx:pt>
          <cx:pt idx="492">5.4450000000000003</cx:pt>
          <cx:pt idx="493">9.6739999999999995</cx:pt>
          <cx:pt idx="494">5.242</cx:pt>
          <cx:pt idx="495">11.558999999999999</cx:pt>
          <cx:pt idx="496">37.499000000000002</cx:pt>
          <cx:pt idx="497">14.656000000000001</cx:pt>
          <cx:pt idx="498">10.202999999999999</cx:pt>
          <cx:pt idx="499">9.7270000000000003</cx:pt>
          <cx:pt idx="500">6.952</cx:pt>
          <cx:pt idx="501">10.061</cx:pt>
          <cx:pt idx="502">9.2539999999999996</cx:pt>
          <cx:pt idx="503">15.771000000000001</cx:pt>
          <cx:pt idx="504">16.489999999999998</cx:pt>
          <cx:pt idx="505">8.5760000000000005</cx:pt>
          <cx:pt idx="506">9.7189999999999994</cx:pt>
          <cx:pt idx="507">7.7969999999999997</cx:pt>
          <cx:pt idx="508">12.398999999999999</cx:pt>
          <cx:pt idx="509">13.972</cx:pt>
          <cx:pt idx="510">5.242</cx:pt>
          <cx:pt idx="511">42.954000000000001</cx:pt>
          <cx:pt idx="512">6.415</cx:pt>
          <cx:pt idx="513">10.268000000000001</cx:pt>
          <cx:pt idx="514">11.138999999999999</cx:pt>
          <cx:pt idx="515">10.147</cx:pt>
          <cx:pt idx="516">8.2409999999999997</cx:pt>
          <cx:pt idx="517">5.6710000000000003</cx:pt>
          <cx:pt idx="518">6.3949999999999996</cx:pt>
          <cx:pt idx="519">10.166</cx:pt>
          <cx:pt idx="520">7.3029999999999999</cx:pt>
          <cx:pt idx="521">9.8810000000000002</cx:pt>
          <cx:pt idx="522">9.516</cx:pt>
          <cx:pt idx="523">18.318999999999999</cx:pt>
          <cx:pt idx="524">8.1280000000000001</cx:pt>
          <cx:pt idx="525">8.2089999999999996</cx:pt>
          <cx:pt idx="526">7.1070000000000002</cx:pt>
          <cx:pt idx="527">9.7889999999999997</cx:pt>
          <cx:pt idx="528">11.778</cx:pt>
          <cx:pt idx="529">7.7880000000000003</cx:pt>
          <cx:pt idx="530">8.0920000000000005</cx:pt>
          <cx:pt idx="531">17.199999999999999</cx:pt>
          <cx:pt idx="532">9.468</cx:pt>
          <cx:pt idx="533">8.9760000000000009</cx:pt>
          <cx:pt idx="534">9.3170000000000002</cx:pt>
          <cx:pt idx="535">7.7670000000000003</cx:pt>
          <cx:pt idx="536">6.4939999999999998</cx:pt>
          <cx:pt idx="537">8.7390000000000008</cx:pt>
          <cx:pt idx="538">9.9920000000000009</cx:pt>
          <cx:pt idx="539">9.391</cx:pt>
          <cx:pt idx="540">15.31</cx:pt>
          <cx:pt idx="541">17.015999999999998</cx:pt>
          <cx:pt idx="542">19.140000000000001</cx:pt>
          <cx:pt idx="543">11.036</cx:pt>
          <cx:pt idx="544">13.132999999999999</cx:pt>
          <cx:pt idx="545">42.529000000000003</cx:pt>
          <cx:pt idx="546">11.423</cx:pt>
          <cx:pt idx="547">7.6310000000000002</cx:pt>
          <cx:pt idx="548">6.1840000000000002</cx:pt>
          <cx:pt idx="549">10.932</cx:pt>
          <cx:pt idx="550">7.2080000000000002</cx:pt>
          <cx:pt idx="551">6.4660000000000002</cx:pt>
          <cx:pt idx="552">8.2509999999999994</cx:pt>
          <cx:pt idx="553">6.5609999999999999</cx:pt>
          <cx:pt idx="554">23.273</cx:pt>
          <cx:pt idx="555">16.338999999999999</cx:pt>
          <cx:pt idx="556">8.9329999999999998</cx:pt>
          <cx:pt idx="557">5.3780000000000001</cx:pt>
          <cx:pt idx="558">10.602</cx:pt>
          <cx:pt idx="559">7.7380000000000004</cx:pt>
          <cx:pt idx="560">6.6070000000000002</cx:pt>
          <cx:pt idx="561">8.7989999999999995</cx:pt>
          <cx:pt idx="562">5.234</cx:pt>
          <cx:pt idx="563">7.7400000000000002</cx:pt>
          <cx:pt idx="564">27.370000000000001</cx:pt>
          <cx:pt idx="565">6.8250000000000002</cx:pt>
          <cx:pt idx="566">7.875</cx:pt>
          <cx:pt idx="567">7.7789999999999999</cx:pt>
          <cx:pt idx="568">15.323</cx:pt>
          <cx:pt idx="569">7.5439999999999996</cx:pt>
          <cx:pt idx="570">30.173999999999999</cx:pt>
          <cx:pt idx="571">22.131</cx:pt>
          <cx:pt idx="572">15.407999999999999</cx:pt>
          <cx:pt idx="573">11.843999999999999</cx:pt>
          <cx:pt idx="574">16.954000000000001</cx:pt>
          <cx:pt idx="575">24.742999999999999</cx:pt>
          <cx:pt idx="576">10.739000000000001</cx:pt>
          <cx:pt idx="577">15.302</cx:pt>
          <cx:pt idx="578">11.106999999999999</cx:pt>
          <cx:pt idx="579">6.5439999999999996</cx:pt>
          <cx:pt idx="580">13.255000000000001</cx:pt>
          <cx:pt idx="581">24.422000000000001</cx:pt>
          <cx:pt idx="582">18.135000000000002</cx:pt>
          <cx:pt idx="583">10.317</cx:pt>
          <cx:pt idx="584">9.2230000000000008</cx:pt>
          <cx:pt idx="585">10.103</cx:pt>
          <cx:pt idx="586">8.4169999999999998</cx:pt>
          <cx:pt idx="587">8.4760000000000009</cx:pt>
          <cx:pt idx="588">9.1929999999999996</cx:pt>
          <cx:pt idx="589">17.422999999999998</cx:pt>
          <cx:pt idx="590">25.504000000000001</cx:pt>
          <cx:pt idx="591">13.045999999999999</cx:pt>
          <cx:pt idx="592">15.460000000000001</cx:pt>
          <cx:pt idx="593">9.2260000000000009</cx:pt>
          <cx:pt idx="594">12.112</cx:pt>
          <cx:pt idx="595">17.035</cx:pt>
          <cx:pt idx="596">11.321</cx:pt>
          <cx:pt idx="597">38.719999999999999</cx:pt>
          <cx:pt idx="598">10.390000000000001</cx:pt>
          <cx:pt idx="599">7.1509999999999998</cx:pt>
          <cx:pt idx="600">7.3339999999999996</cx:pt>
          <cx:pt idx="601">38.506</cx:pt>
          <cx:pt idx="602">9.109</cx:pt>
          <cx:pt idx="603">18.039000000000001</cx:pt>
          <cx:pt idx="604">9.7170000000000005</cx:pt>
          <cx:pt idx="605">8.9510000000000005</cx:pt>
          <cx:pt idx="606">9.8960000000000008</cx:pt>
          <cx:pt idx="607">5.7930000000000001</cx:pt>
          <cx:pt idx="608">15.92</cx:pt>
          <cx:pt idx="609">9.0410000000000004</cx:pt>
          <cx:pt idx="610">8.5340000000000007</cx:pt>
          <cx:pt idx="611">7.8280000000000003</cx:pt>
          <cx:pt idx="612">7.6699999999999999</cx:pt>
          <cx:pt idx="613">10.909000000000001</cx:pt>
          <cx:pt idx="614">23.646999999999998</cx:pt>
          <cx:pt idx="615">14.65</cx:pt>
          <cx:pt idx="616">9.875</cx:pt>
          <cx:pt idx="617">9.3970000000000002</cx:pt>
          <cx:pt idx="618">11.531000000000001</cx:pt>
          <cx:pt idx="619">13.867000000000001</cx:pt>
          <cx:pt idx="620">9.1530000000000005</cx:pt>
          <cx:pt idx="621">9.0449999999999999</cx:pt>
          <cx:pt idx="622">12.090999999999999</cx:pt>
          <cx:pt idx="623">17.998999999999999</cx:pt>
          <cx:pt idx="624">24.350000000000001</cx:pt>
          <cx:pt idx="625">10.994999999999999</cx:pt>
          <cx:pt idx="626">7.1870000000000003</cx:pt>
          <cx:pt idx="627">14.458</cx:pt>
          <cx:pt idx="628">11.576000000000001</cx:pt>
          <cx:pt idx="629">8.8520000000000003</cx:pt>
          <cx:pt idx="630">10.529999999999999</cx:pt>
          <cx:pt idx="631">21.172000000000001</cx:pt>
          <cx:pt idx="632">12.784000000000001</cx:pt>
          <cx:pt idx="633">7.9809999999999999</cx:pt>
          <cx:pt idx="634">25.922999999999998</cx:pt>
          <cx:pt idx="635">30.914000000000001</cx:pt>
          <cx:pt idx="636">9.109</cx:pt>
          <cx:pt idx="637">14.898999999999999</cx:pt>
          <cx:pt idx="638">9.0749999999999993</cx:pt>
          <cx:pt idx="639">23.039999999999999</cx:pt>
          <cx:pt idx="640">11.885999999999999</cx:pt>
          <cx:pt idx="641">18.864999999999998</cx:pt>
          <cx:pt idx="642">10.316000000000001</cx:pt>
          <cx:pt idx="643">21.442</cx:pt>
          <cx:pt idx="644">16.242999999999999</cx:pt>
          <cx:pt idx="645">8.4600000000000009</cx:pt>
          <cx:pt idx="646">14.955</cx:pt>
          <cx:pt idx="647">37.136000000000003</cx:pt>
          <cx:pt idx="648">15.414</cx:pt>
          <cx:pt idx="649">20.427</cx:pt>
          <cx:pt idx="650">20.401</cx:pt>
          <cx:pt idx="651">13.334</cx:pt>
          <cx:pt idx="652">13.654</cx:pt>
          <cx:pt idx="653">9.8520000000000003</cx:pt>
          <cx:pt idx="654">14.512</cx:pt>
          <cx:pt idx="655">16.698</cx:pt>
          <cx:pt idx="656">14.698</cx:pt>
          <cx:pt idx="657">18.081</cx:pt>
          <cx:pt idx="658">19.422000000000001</cx:pt>
          <cx:pt idx="659">20.791</cx:pt>
          <cx:pt idx="660">96.293999999999997</cx:pt>
          <cx:pt idx="661">8.5239999999999991</cx:pt>
          <cx:pt idx="662">12.426</cx:pt>
          <cx:pt idx="663">11.442</cx:pt>
          <cx:pt idx="664">16.058</cx:pt>
          <cx:pt idx="665">18.789000000000001</cx:pt>
          <cx:pt idx="666">19.201000000000001</cx:pt>
          <cx:pt idx="667">11.278</cx:pt>
          <cx:pt idx="668">11.231</cx:pt>
          <cx:pt idx="669">9.8550000000000004</cx:pt>
          <cx:pt idx="670">11.368</cx:pt>
          <cx:pt idx="671">33.838999999999999</cx:pt>
          <cx:pt idx="672">10.470000000000001</cx:pt>
          <cx:pt idx="673">11.712999999999999</cx:pt>
          <cx:pt idx="674">33.737000000000002</cx:pt>
          <cx:pt idx="675">20.991</cx:pt>
          <cx:pt idx="676">15.478999999999999</cx:pt>
          <cx:pt idx="677">11.452</cx:pt>
          <cx:pt idx="678">85.119</cx:pt>
          <cx:pt idx="679">17.265000000000001</cx:pt>
          <cx:pt idx="680">15.515000000000001</cx:pt>
          <cx:pt idx="681">13.66</cx:pt>
          <cx:pt idx="682">19.024999999999999</cx:pt>
          <cx:pt idx="683">24.405000000000001</cx:pt>
          <cx:pt idx="684">17.024999999999999</cx:pt>
          <cx:pt idx="685">17.986999999999998</cx:pt>
          <cx:pt idx="686">10.779</cx:pt>
          <cx:pt idx="687">14.253</cx:pt>
          <cx:pt idx="688">17.744</cx:pt>
          <cx:pt idx="689">10.327</cx:pt>
          <cx:pt idx="690">15.981</cx:pt>
          <cx:pt idx="691">26.079999999999998</cx:pt>
          <cx:pt idx="692">21.099</cx:pt>
          <cx:pt idx="693">9.2560000000000002</cx:pt>
          <cx:pt idx="694">19.056999999999999</cx:pt>
          <cx:pt idx="695">11.186999999999999</cx:pt>
          <cx:pt idx="696">7.532</cx:pt>
          <cx:pt idx="697">22.603999999999999</cx:pt>
          <cx:pt idx="698">37.906999999999996</cx:pt>
          <cx:pt idx="699">11.263999999999999</cx:pt>
          <cx:pt idx="700">11.241</cx:pt>
          <cx:pt idx="701">102.46299999999999</cx:pt>
          <cx:pt idx="702">18.067</cx:pt>
          <cx:pt idx="703">37.228999999999999</cx:pt>
          <cx:pt idx="704">11.821</cx:pt>
          <cx:pt idx="705">13.85</cx:pt>
          <cx:pt idx="706">15.135999999999999</cx:pt>
          <cx:pt idx="707">15.138</cx:pt>
          <cx:pt idx="708">17.158999999999999</cx:pt>
          <cx:pt idx="709">49.716999999999999</cx:pt>
          <cx:pt idx="710">13.111000000000001</cx:pt>
          <cx:pt idx="711">14.108000000000001</cx:pt>
          <cx:pt idx="712">17.446999999999999</cx:pt>
          <cx:pt idx="713">18.457000000000001</cx:pt>
          <cx:pt idx="714">23.004999999999999</cx:pt>
          <cx:pt idx="715">36.502000000000002</cx:pt>
          <cx:pt idx="716">44.097999999999999</cx:pt>
          <cx:pt idx="717">14.166</cx:pt>
          <cx:pt idx="718">30.283000000000001</cx:pt>
          <cx:pt idx="719">37.438000000000002</cx:pt>
          <cx:pt idx="720">38.826999999999998</cx:pt>
          <cx:pt idx="721">27.254999999999999</cx:pt>
          <cx:pt idx="722">32.482999999999997</cx:pt>
          <cx:pt idx="723">44.021000000000001</cx:pt>
          <cx:pt idx="724">29.934999999999999</cx:pt>
          <cx:pt idx="725">42.450000000000003</cx:pt>
          <cx:pt idx="726">51.298999999999999</cx:pt>
          <cx:pt idx="727">21.285</cx:pt>
          <cx:pt idx="728">21.513000000000002</cx:pt>
          <cx:pt idx="729">38.052</cx:pt>
          <cx:pt idx="730">23.655000000000001</cx:pt>
          <cx:pt idx="731">31.564</cx:pt>
          <cx:pt idx="732">54.68</cx:pt>
          <cx:pt idx="733">34.773000000000003</cx:pt>
          <cx:pt idx="734">46.122999999999998</cx:pt>
          <cx:pt idx="735">39.508000000000003</cx:pt>
          <cx:pt idx="736">16.238</cx:pt>
        </cx:lvl>
      </cx:numDim>
    </cx:data>
  </cx:chartData>
  <cx:chart>
    <cx:title pos="t" align="ctr" overlay="0">
      <cx:tx>
        <cx:txData>
          <cx:v>Width</cx:v>
        </cx:txData>
      </cx:tx>
      <cx:txPr>
        <a:bodyPr spcFirstLastPara="1" vertOverflow="ellipsis" horzOverflow="overflow" wrap="square" lIns="0" tIns="0" rIns="0" bIns="0" anchor="ctr" anchorCtr="1"/>
        <a:lstStyle/>
        <a:p>
          <a:pPr algn="ctr" rtl="0">
            <a:defRPr/>
          </a:pPr>
          <a:r>
            <a:rPr lang="en-US" sz="1400" b="0" i="0" u="none" strike="noStrike" baseline="0">
              <a:solidFill>
                <a:sysClr val="windowText" lastClr="000000">
                  <a:lumMod val="65000"/>
                  <a:lumOff val="35000"/>
                </a:sysClr>
              </a:solidFill>
              <a:latin typeface="Aptos Narrow" panose="02110004020202020204"/>
            </a:rPr>
            <a:t>Width</a:t>
          </a:r>
        </a:p>
      </cx:txPr>
    </cx:title>
    <cx:plotArea>
      <cx:plotAreaRegion>
        <cx:series layoutId="clusteredColumn" uniqueId="{EF5084B0-87D8-4D93-93F3-C10E9022BB7A}">
          <cx:tx>
            <cx:txData>
              <cx:f>'leave edited'!$F$1</cx:f>
              <cx:v>Width (mm)</cx:v>
            </cx:txData>
          </cx:tx>
          <cx:dataLabels/>
          <cx:dataId val="0"/>
          <cx:layoutPr>
            <cx:binning intervalClosed="r" underflow="0" overflow="45">
              <cx:binCount val="30"/>
            </cx:binning>
          </cx:layoutPr>
        </cx:series>
      </cx:plotAreaRegion>
      <cx:axis id="0">
        <cx:catScaling gapWidth="0"/>
        <cx:tickLabels/>
        <cx:numFmt formatCode="#,##0.0" sourceLinked="0"/>
      </cx:axis>
      <cx:axis id="1">
        <cx:valScaling/>
        <cx:majorGridlines/>
        <cx:tickLabels/>
      </cx:axis>
    </cx:plotArea>
  </cx:chart>
</cx:chartSpace>
</file>

<file path=ppt/charts/chartEx8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numDim type="val">
        <cx:f>'no leave edited'!$F$2:$F$719</cx:f>
        <cx:lvl ptCount="718" formatCode="General">
          <cx:pt idx="0">3.5870000000000002</cx:pt>
          <cx:pt idx="1">3.117</cx:pt>
          <cx:pt idx="2">3.5009999999999999</cx:pt>
          <cx:pt idx="3">3.8540000000000001</cx:pt>
          <cx:pt idx="4">4.306</cx:pt>
          <cx:pt idx="5">2.9830000000000001</cx:pt>
          <cx:pt idx="6">3.4940000000000002</cx:pt>
          <cx:pt idx="7">3.1120000000000001</cx:pt>
          <cx:pt idx="8">3.6280000000000001</cx:pt>
          <cx:pt idx="9">2.226</cx:pt>
          <cx:pt idx="10">6.6319999999999997</cx:pt>
          <cx:pt idx="11">4.3899999999999997</cx:pt>
          <cx:pt idx="12">6.1600000000000001</cx:pt>
          <cx:pt idx="13">6.923</cx:pt>
          <cx:pt idx="14">2.5590000000000002</cx:pt>
          <cx:pt idx="15">9.625</cx:pt>
          <cx:pt idx="16">4.1120000000000001</cx:pt>
          <cx:pt idx="17">6.6660000000000004</cx:pt>
          <cx:pt idx="18">4.8200000000000003</cx:pt>
          <cx:pt idx="19">7.0469999999999997</cx:pt>
          <cx:pt idx="20">8.2769999999999992</cx:pt>
          <cx:pt idx="21">3.23</cx:pt>
          <cx:pt idx="22">2.6259999999999999</cx:pt>
          <cx:pt idx="23">6.3630000000000004</cx:pt>
          <cx:pt idx="24">6.3819999999999997</cx:pt>
          <cx:pt idx="25">5.6280000000000001</cx:pt>
          <cx:pt idx="26">4.1440000000000001</cx:pt>
          <cx:pt idx="27">6.8280000000000003</cx:pt>
          <cx:pt idx="28">7.9489999999999998</cx:pt>
          <cx:pt idx="29">2.4969999999999999</cx:pt>
          <cx:pt idx="30">3.448</cx:pt>
          <cx:pt idx="31">6.1310000000000002</cx:pt>
          <cx:pt idx="32">5.8319999999999999</cx:pt>
          <cx:pt idx="33">2.589</cx:pt>
          <cx:pt idx="34">2.581</cx:pt>
          <cx:pt idx="35">7.008</cx:pt>
          <cx:pt idx="36">2.5139999999999998</cx:pt>
          <cx:pt idx="37">4.8550000000000004</cx:pt>
          <cx:pt idx="38">2.8660000000000001</cx:pt>
          <cx:pt idx="39">4.7519999999999998</cx:pt>
          <cx:pt idx="40">3.1819999999999999</cx:pt>
          <cx:pt idx="41">4.2590000000000003</cx:pt>
          <cx:pt idx="42">3.2480000000000002</cx:pt>
          <cx:pt idx="43">4.6689999999999996</cx:pt>
          <cx:pt idx="44">7.9109999999999996</cx:pt>
          <cx:pt idx="45">5.0430000000000001</cx:pt>
          <cx:pt idx="46">7.3620000000000001</cx:pt>
          <cx:pt idx="47">7.6420000000000003</cx:pt>
          <cx:pt idx="48">7.3899999999999997</cx:pt>
          <cx:pt idx="49">3.2090000000000001</cx:pt>
          <cx:pt idx="50">7.6699999999999999</cx:pt>
          <cx:pt idx="51">4.9370000000000003</cx:pt>
          <cx:pt idx="52">7.2530000000000001</cx:pt>
          <cx:pt idx="53">8.4949999999999992</cx:pt>
          <cx:pt idx="54">6.3289999999999997</cx:pt>
          <cx:pt idx="55">4.0220000000000002</cx:pt>
          <cx:pt idx="56">6.9850000000000003</cx:pt>
          <cx:pt idx="57">2.968</cx:pt>
          <cx:pt idx="58">4.4180000000000001</cx:pt>
          <cx:pt idx="59">5.819</cx:pt>
          <cx:pt idx="60">8.4540000000000006</cx:pt>
          <cx:pt idx="61">8.1549999999999994</cx:pt>
          <cx:pt idx="62">7.4820000000000002</cx:pt>
          <cx:pt idx="63">8.4800000000000004</cx:pt>
          <cx:pt idx="64">7.133</cx:pt>
          <cx:pt idx="65">6.5949999999999998</cx:pt>
          <cx:pt idx="66">3.4900000000000002</cx:pt>
          <cx:pt idx="67">8.3930000000000007</cx:pt>
          <cx:pt idx="68">7.4859999999999998</cx:pt>
          <cx:pt idx="69">5.4189999999999996</cx:pt>
          <cx:pt idx="70">7.2690000000000001</cx:pt>
          <cx:pt idx="71">5.665</cx:pt>
          <cx:pt idx="72">5.0609999999999999</cx:pt>
          <cx:pt idx="73">4.2750000000000004</cx:pt>
          <cx:pt idx="74">5.1189999999999998</cx:pt>
          <cx:pt idx="75">4.5830000000000002</cx:pt>
          <cx:pt idx="76">5.343</cx:pt>
          <cx:pt idx="77">5.5300000000000002</cx:pt>
          <cx:pt idx="78">7.5350000000000001</cx:pt>
          <cx:pt idx="79">2.5699999999999998</cx:pt>
          <cx:pt idx="80">3.0939999999999999</cx:pt>
          <cx:pt idx="81">5.2969999999999997</cx:pt>
          <cx:pt idx="82">2.6640000000000001</cx:pt>
          <cx:pt idx="83">3.7130000000000001</cx:pt>
          <cx:pt idx="84">4.9539999999999997</cx:pt>
          <cx:pt idx="85">5.242</cx:pt>
          <cx:pt idx="86">4.1020000000000003</cx:pt>
          <cx:pt idx="87">3.2410000000000001</cx:pt>
          <cx:pt idx="88">6.4870000000000001</cx:pt>
          <cx:pt idx="89">9.0790000000000006</cx:pt>
          <cx:pt idx="90">2.976</cx:pt>
          <cx:pt idx="91">11.076000000000001</cx:pt>
          <cx:pt idx="92">5.5339999999999998</cx:pt>
          <cx:pt idx="93">3.3860000000000001</cx:pt>
          <cx:pt idx="94">4.2270000000000003</cx:pt>
          <cx:pt idx="95">5.3959999999999999</cx:pt>
          <cx:pt idx="96">5.8140000000000001</cx:pt>
          <cx:pt idx="97">3.302</cx:pt>
          <cx:pt idx="98">9.3160000000000007</cx:pt>
          <cx:pt idx="99">6.3390000000000004</cx:pt>
          <cx:pt idx="100">5.202</cx:pt>
          <cx:pt idx="101">8.3650000000000002</cx:pt>
          <cx:pt idx="102">6.2009999999999996</cx:pt>
          <cx:pt idx="103">2.927</cx:pt>
          <cx:pt idx="104">3.6840000000000002</cx:pt>
          <cx:pt idx="105">3.3010000000000002</cx:pt>
          <cx:pt idx="106">3.508</cx:pt>
          <cx:pt idx="107">3.105</cx:pt>
          <cx:pt idx="108">3.9260000000000002</cx:pt>
          <cx:pt idx="109">3.6400000000000001</cx:pt>
          <cx:pt idx="110">5.415</cx:pt>
          <cx:pt idx="111">7.1890000000000001</cx:pt>
          <cx:pt idx="112">8.9019999999999992</cx:pt>
          <cx:pt idx="113">6.6230000000000002</cx:pt>
          <cx:pt idx="114">2.7010000000000001</cx:pt>
          <cx:pt idx="115">3.306</cx:pt>
          <cx:pt idx="116">8.2040000000000006</cx:pt>
          <cx:pt idx="117">4.6029999999999998</cx:pt>
          <cx:pt idx="118">3.6560000000000001</cx:pt>
          <cx:pt idx="119">9.7390000000000008</cx:pt>
          <cx:pt idx="120">8.8710000000000004</cx:pt>
          <cx:pt idx="121">13.773</cx:pt>
          <cx:pt idx="122">7.7210000000000001</cx:pt>
          <cx:pt idx="123">4.1219999999999999</cx:pt>
          <cx:pt idx="124">4.7640000000000002</cx:pt>
          <cx:pt idx="125">3.706</cx:pt>
          <cx:pt idx="126">3.8660000000000001</cx:pt>
          <cx:pt idx="127">6.6980000000000004</cx:pt>
          <cx:pt idx="128">8.6699999999999999</cx:pt>
          <cx:pt idx="129">6.0890000000000004</cx:pt>
          <cx:pt idx="130">4.5510000000000002</cx:pt>
          <cx:pt idx="131">5.7389999999999999</cx:pt>
          <cx:pt idx="132">3.7829999999999999</cx:pt>
          <cx:pt idx="133">4.367</cx:pt>
          <cx:pt idx="134">6.9059999999999997</cx:pt>
          <cx:pt idx="135">4.1740000000000004</cx:pt>
          <cx:pt idx="136">3.093</cx:pt>
          <cx:pt idx="137">4.9800000000000004</cx:pt>
          <cx:pt idx="138">7.601</cx:pt>
          <cx:pt idx="139">4.7489999999999997</cx:pt>
          <cx:pt idx="140">5.4249999999999998</cx:pt>
          <cx:pt idx="141">5.6589999999999998</cx:pt>
          <cx:pt idx="142">4.6520000000000001</cx:pt>
          <cx:pt idx="143">5.9500000000000002</cx:pt>
          <cx:pt idx="144">6.1180000000000003</cx:pt>
          <cx:pt idx="145">6.6600000000000001</cx:pt>
          <cx:pt idx="146">5.4340000000000002</cx:pt>
          <cx:pt idx="147">4.4080000000000004</cx:pt>
          <cx:pt idx="148">9.9100000000000001</cx:pt>
          <cx:pt idx="149">3.96</cx:pt>
          <cx:pt idx="150">3.218</cx:pt>
          <cx:pt idx="151">14.528</cx:pt>
          <cx:pt idx="152">9.4700000000000006</cx:pt>
          <cx:pt idx="153">7.5010000000000003</cx:pt>
          <cx:pt idx="154">9.9779999999999998</cx:pt>
          <cx:pt idx="155">5.069</cx:pt>
          <cx:pt idx="156">9.2829999999999995</cx:pt>
          <cx:pt idx="157">8.8729999999999993</cx:pt>
          <cx:pt idx="158">4.5839999999999996</cx:pt>
          <cx:pt idx="159">3.827</cx:pt>
          <cx:pt idx="160">12.09</cx:pt>
          <cx:pt idx="161">4.1790000000000003</cx:pt>
          <cx:pt idx="162">9.2720000000000002</cx:pt>
          <cx:pt idx="163">3.3900000000000001</cx:pt>
          <cx:pt idx="164">3.359</cx:pt>
          <cx:pt idx="165">4.4169999999999998</cx:pt>
          <cx:pt idx="166">4.6189999999999998</cx:pt>
          <cx:pt idx="167">4.8289999999999997</cx:pt>
          <cx:pt idx="168">16.015000000000001</cx:pt>
          <cx:pt idx="169">7.0919999999999996</cx:pt>
          <cx:pt idx="170">6.5330000000000004</cx:pt>
          <cx:pt idx="171">7.6879999999999997</cx:pt>
          <cx:pt idx="172">6.3300000000000001</cx:pt>
          <cx:pt idx="173">5.7779999999999996</cx:pt>
          <cx:pt idx="174">9.3350000000000009</cx:pt>
          <cx:pt idx="175">5.117</cx:pt>
          <cx:pt idx="176">7.3680000000000003</cx:pt>
          <cx:pt idx="177">6.423</cx:pt>
          <cx:pt idx="178">4.5049999999999999</cx:pt>
          <cx:pt idx="179">4.7560000000000002</cx:pt>
          <cx:pt idx="180">4.9089999999999998</cx:pt>
          <cx:pt idx="181">6.5890000000000004</cx:pt>
          <cx:pt idx="182">4.8879999999999999</cx:pt>
          <cx:pt idx="183">8.5779999999999994</cx:pt>
          <cx:pt idx="184">9.3599999999999994</cx:pt>
          <cx:pt idx="185">7.2519999999999998</cx:pt>
          <cx:pt idx="186">4.1520000000000001</cx:pt>
          <cx:pt idx="187">9.1010000000000009</cx:pt>
          <cx:pt idx="188">6.3230000000000004</cx:pt>
          <cx:pt idx="189">7.4349999999999996</cx:pt>
          <cx:pt idx="190">5.859</cx:pt>
          <cx:pt idx="191">4.3840000000000003</cx:pt>
          <cx:pt idx="192">9.6099999999999994</cx:pt>
          <cx:pt idx="193">10.948</cx:pt>
          <cx:pt idx="194">10.986000000000001</cx:pt>
          <cx:pt idx="195">4.069</cx:pt>
          <cx:pt idx="196">5.0300000000000002</cx:pt>
          <cx:pt idx="197">4.7119999999999997</cx:pt>
          <cx:pt idx="198">10.404</cx:pt>
          <cx:pt idx="199">13.422000000000001</cx:pt>
          <cx:pt idx="200">3.9900000000000002</cx:pt>
          <cx:pt idx="201">4.4050000000000002</cx:pt>
          <cx:pt idx="202">4.3650000000000002</cx:pt>
          <cx:pt idx="203">10.055999999999999</cx:pt>
          <cx:pt idx="204">6.7789999999999999</cx:pt>
          <cx:pt idx="205">7.7839999999999998</cx:pt>
          <cx:pt idx="206">4.867</cx:pt>
          <cx:pt idx="207">8.3829999999999991</cx:pt>
          <cx:pt idx="208">13.648</cx:pt>
          <cx:pt idx="209">8.4420000000000002</cx:pt>
          <cx:pt idx="210">9.1890000000000001</cx:pt>
          <cx:pt idx="211">4.2770000000000001</cx:pt>
          <cx:pt idx="212">4.173</cx:pt>
          <cx:pt idx="213">5.0490000000000004</cx:pt>
          <cx:pt idx="214">4.1509999999999998</cx:pt>
          <cx:pt idx="215">5.8129999999999997</cx:pt>
          <cx:pt idx="216">7.4779999999999998</cx:pt>
          <cx:pt idx="217">10.632999999999999</cx:pt>
          <cx:pt idx="218">3.7389999999999999</cx:pt>
          <cx:pt idx="219">3.5539999999999998</cx:pt>
          <cx:pt idx="220">9.2110000000000003</cx:pt>
          <cx:pt idx="221">5.1319999999999997</cx:pt>
          <cx:pt idx="222">8.5920000000000005</cx:pt>
          <cx:pt idx="223">9.827</cx:pt>
          <cx:pt idx="224">10.305</cx:pt>
          <cx:pt idx="225">7.7770000000000001</cx:pt>
          <cx:pt idx="226">6.9859999999999998</cx:pt>
          <cx:pt idx="227">8.0589999999999993</cx:pt>
          <cx:pt idx="228">10.17</cx:pt>
          <cx:pt idx="229">12.364000000000001</cx:pt>
          <cx:pt idx="230">15.888999999999999</cx:pt>
          <cx:pt idx="231">7.6660000000000004</cx:pt>
          <cx:pt idx="232">4.4320000000000004</cx:pt>
          <cx:pt idx="233">6.3700000000000001</cx:pt>
          <cx:pt idx="234">5.3040000000000003</cx:pt>
          <cx:pt idx="235">10.249000000000001</cx:pt>
          <cx:pt idx="236">4.6100000000000003</cx:pt>
          <cx:pt idx="237">11.019</cx:pt>
          <cx:pt idx="238">4.2069999999999999</cx:pt>
          <cx:pt idx="239">6.7999999999999998</cx:pt>
          <cx:pt idx="240">4.3529999999999998</cx:pt>
          <cx:pt idx="241">5.4050000000000002</cx:pt>
          <cx:pt idx="242">7.5149999999999997</cx:pt>
          <cx:pt idx="243">3.754</cx:pt>
          <cx:pt idx="244">5.8330000000000002</cx:pt>
          <cx:pt idx="245">6.0880000000000001</cx:pt>
          <cx:pt idx="246">4.742</cx:pt>
          <cx:pt idx="247">5.0960000000000001</cx:pt>
          <cx:pt idx="248">6.0469999999999997</cx:pt>
          <cx:pt idx="249">5.2750000000000004</cx:pt>
          <cx:pt idx="250">8.6690000000000005</cx:pt>
          <cx:pt idx="251">10.301</cx:pt>
          <cx:pt idx="252">5.6909999999999998</cx:pt>
          <cx:pt idx="253">17.509</cx:pt>
          <cx:pt idx="254">7.8040000000000003</cx:pt>
          <cx:pt idx="255">8.8040000000000003</cx:pt>
          <cx:pt idx="256">9.2669999999999995</cx:pt>
          <cx:pt idx="257">9.4990000000000006</cx:pt>
          <cx:pt idx="258">7.6289999999999996</cx:pt>
          <cx:pt idx="259">4.7990000000000004</cx:pt>
          <cx:pt idx="260">5.5339999999999998</cx:pt>
          <cx:pt idx="261">4.8170000000000002</cx:pt>
          <cx:pt idx="262">5.6539999999999999</cx:pt>
          <cx:pt idx="263">4.7549999999999999</cx:pt>
          <cx:pt idx="264">5.0469999999999997</cx:pt>
          <cx:pt idx="265">12.545999999999999</cx:pt>
          <cx:pt idx="266">4.6520000000000001</cx:pt>
          <cx:pt idx="267">3.8220000000000001</cx:pt>
          <cx:pt idx="268">4.2619999999999996</cx:pt>
          <cx:pt idx="269">4.1319999999999997</cx:pt>
          <cx:pt idx="270">11.192</cx:pt>
          <cx:pt idx="271">4.7130000000000001</cx:pt>
          <cx:pt idx="272">10.856999999999999</cx:pt>
          <cx:pt idx="273">6.4720000000000004</cx:pt>
          <cx:pt idx="274">5.8840000000000003</cx:pt>
          <cx:pt idx="275">5.6879999999999997</cx:pt>
          <cx:pt idx="276">8.4909999999999997</cx:pt>
          <cx:pt idx="277">5.6109999999999998</cx:pt>
          <cx:pt idx="278">9.0600000000000005</cx:pt>
          <cx:pt idx="279">7.7770000000000001</cx:pt>
          <cx:pt idx="280">6.1429999999999998</cx:pt>
          <cx:pt idx="281">4.7350000000000003</cx:pt>
          <cx:pt idx="282">6.0519999999999996</cx:pt>
          <cx:pt idx="283">7.1130000000000004</cx:pt>
          <cx:pt idx="284">7.7080000000000002</cx:pt>
          <cx:pt idx="285">8.1780000000000008</cx:pt>
          <cx:pt idx="286">4.5670000000000002</cx:pt>
          <cx:pt idx="287">7.2119999999999997</cx:pt>
          <cx:pt idx="288">12.347</cx:pt>
          <cx:pt idx="289">7.2779999999999996</cx:pt>
          <cx:pt idx="290">10.121</cx:pt>
          <cx:pt idx="291">5.3120000000000003</cx:pt>
          <cx:pt idx="292">4.4480000000000004</cx:pt>
          <cx:pt idx="293">8.9540000000000006</cx:pt>
          <cx:pt idx="294">11.851000000000001</cx:pt>
          <cx:pt idx="295">4.6319999999999997</cx:pt>
          <cx:pt idx="296">4.6849999999999996</cx:pt>
          <cx:pt idx="297">4.8819999999999997</cx:pt>
          <cx:pt idx="298">6.242</cx:pt>
          <cx:pt idx="299">5.3150000000000004</cx:pt>
          <cx:pt idx="300">6.7610000000000001</cx:pt>
          <cx:pt idx="301">12.49</cx:pt>
          <cx:pt idx="302">4.1079999999999997</cx:pt>
          <cx:pt idx="303">7.6070000000000002</cx:pt>
          <cx:pt idx="304">9.0359999999999996</cx:pt>
          <cx:pt idx="305">8.5749999999999993</cx:pt>
          <cx:pt idx="306">10.124000000000001</cx:pt>
          <cx:pt idx="307">11.731</cx:pt>
          <cx:pt idx="308">6.1689999999999996</cx:pt>
          <cx:pt idx="309">4.7089999999999996</cx:pt>
          <cx:pt idx="310">15.32</cx:pt>
          <cx:pt idx="311">6.7880000000000003</cx:pt>
          <cx:pt idx="312">7.3719999999999999</cx:pt>
          <cx:pt idx="313">5.9630000000000001</cx:pt>
          <cx:pt idx="314">6.0099999999999998</cx:pt>
          <cx:pt idx="315">13.287000000000001</cx:pt>
          <cx:pt idx="316">6.774</cx:pt>
          <cx:pt idx="317">6.4390000000000001</cx:pt>
          <cx:pt idx="318">5.516</cx:pt>
          <cx:pt idx="319">8.9969999999999999</cx:pt>
          <cx:pt idx="320">5.6980000000000004</cx:pt>
          <cx:pt idx="321">5.6669999999999998</cx:pt>
          <cx:pt idx="322">9.0980000000000008</cx:pt>
          <cx:pt idx="323">6.0819999999999999</cx:pt>
          <cx:pt idx="324">5.8940000000000001</cx:pt>
          <cx:pt idx="325">15.43</cx:pt>
          <cx:pt idx="326">7.258</cx:pt>
          <cx:pt idx="327">6.8140000000000001</cx:pt>
          <cx:pt idx="328">4.7380000000000004</cx:pt>
          <cx:pt idx="329">9.1029999999999998</cx:pt>
          <cx:pt idx="330">14.845000000000001</cx:pt>
          <cx:pt idx="331">5.673</cx:pt>
          <cx:pt idx="332">5.2450000000000001</cx:pt>
          <cx:pt idx="333">9.0380000000000003</cx:pt>
          <cx:pt idx="334">8.0180000000000007</cx:pt>
          <cx:pt idx="335">10.332000000000001</cx:pt>
          <cx:pt idx="336">8.2669999999999995</cx:pt>
          <cx:pt idx="337">9.2040000000000006</cx:pt>
          <cx:pt idx="338">7.1379999999999999</cx:pt>
          <cx:pt idx="339">7.9059999999999997</cx:pt>
          <cx:pt idx="340">14.507</cx:pt>
          <cx:pt idx="341">9.891</cx:pt>
          <cx:pt idx="342">4.7999999999999998</cx:pt>
          <cx:pt idx="343">4.9429999999999996</cx:pt>
          <cx:pt idx="344">5.3479999999999999</cx:pt>
          <cx:pt idx="345">5.1319999999999997</cx:pt>
          <cx:pt idx="346">6.8150000000000004</cx:pt>
          <cx:pt idx="347">6.7169999999999996</cx:pt>
          <cx:pt idx="348">6.7649999999999997</cx:pt>
          <cx:pt idx="349">9.0030000000000001</cx:pt>
          <cx:pt idx="350">6.4939999999999998</cx:pt>
          <cx:pt idx="351">6.2229999999999999</cx:pt>
          <cx:pt idx="352">5.4009999999999998</cx:pt>
          <cx:pt idx="353">18.402999999999999</cx:pt>
          <cx:pt idx="354">7.843</cx:pt>
          <cx:pt idx="355">20.931999999999999</cx:pt>
          <cx:pt idx="356">10.891</cx:pt>
          <cx:pt idx="357">5.532</cx:pt>
          <cx:pt idx="358">5.7850000000000001</cx:pt>
          <cx:pt idx="359">9.1280000000000001</cx:pt>
          <cx:pt idx="360">13.500999999999999</cx:pt>
          <cx:pt idx="361">10.176</cx:pt>
          <cx:pt idx="362">5.516</cx:pt>
          <cx:pt idx="363">5.4299999999999997</cx:pt>
          <cx:pt idx="364">4.9809999999999999</cx:pt>
          <cx:pt idx="365">5.843</cx:pt>
          <cx:pt idx="366">5.0970000000000004</cx:pt>
          <cx:pt idx="367">10.115</cx:pt>
          <cx:pt idx="368">5.9980000000000002</cx:pt>
          <cx:pt idx="369">5.7910000000000004</cx:pt>
          <cx:pt idx="370">6.8869999999999996</cx:pt>
          <cx:pt idx="371">6.0880000000000001</cx:pt>
          <cx:pt idx="372">5.1390000000000002</cx:pt>
          <cx:pt idx="373">12.664</cx:pt>
          <cx:pt idx="374">7.3559999999999999</cx:pt>
          <cx:pt idx="375">11.228</cx:pt>
          <cx:pt idx="376">12.414999999999999</cx:pt>
          <cx:pt idx="377">9.3970000000000002</cx:pt>
          <cx:pt idx="378">6.6109999999999998</cx:pt>
          <cx:pt idx="379">7.4699999999999998</cx:pt>
          <cx:pt idx="380">6.8700000000000001</cx:pt>
          <cx:pt idx="381">5.516</cx:pt>
          <cx:pt idx="382">9.4109999999999996</cx:pt>
          <cx:pt idx="383">8.0069999999999997</cx:pt>
          <cx:pt idx="384">8.0169999999999995</cx:pt>
          <cx:pt idx="385">6.3840000000000003</cx:pt>
          <cx:pt idx="386">5.7930000000000001</cx:pt>
          <cx:pt idx="387">11.702999999999999</cx:pt>
          <cx:pt idx="388">7.2320000000000002</cx:pt>
          <cx:pt idx="389">10.794</cx:pt>
          <cx:pt idx="390">9.9309999999999992</cx:pt>
          <cx:pt idx="391">7.4560000000000004</cx:pt>
          <cx:pt idx="392">6.9370000000000003</cx:pt>
          <cx:pt idx="393">7.7569999999999997</cx:pt>
          <cx:pt idx="394">6.4210000000000003</cx:pt>
          <cx:pt idx="395">5.2839999999999998</cx:pt>
          <cx:pt idx="396">6.0090000000000003</cx:pt>
          <cx:pt idx="397">10.48</cx:pt>
          <cx:pt idx="398">12.823</cx:pt>
          <cx:pt idx="399">8.4440000000000008</cx:pt>
          <cx:pt idx="400">12.733000000000001</cx:pt>
          <cx:pt idx="401">7.2149999999999999</cx:pt>
          <cx:pt idx="402">7.2789999999999999</cx:pt>
          <cx:pt idx="403">5.5590000000000002</cx:pt>
          <cx:pt idx="404">8.8179999999999996</cx:pt>
          <cx:pt idx="405">9.5099999999999998</cx:pt>
          <cx:pt idx="406">7.6859999999999999</cx:pt>
          <cx:pt idx="407">9.5519999999999996</cx:pt>
          <cx:pt idx="408">5.5259999999999998</cx:pt>
          <cx:pt idx="409">6.1710000000000003</cx:pt>
          <cx:pt idx="410">6.4809999999999999</cx:pt>
          <cx:pt idx="411">13.988</cx:pt>
          <cx:pt idx="412">11.56</cx:pt>
          <cx:pt idx="413">5.9260000000000002</cx:pt>
          <cx:pt idx="414">7.4320000000000004</cx:pt>
          <cx:pt idx="415">6.4039999999999999</cx:pt>
          <cx:pt idx="416">26.635999999999999</cx:pt>
          <cx:pt idx="417">5.3109999999999999</cx:pt>
          <cx:pt idx="418">10.311999999999999</cx:pt>
          <cx:pt idx="419">42.975000000000001</cx:pt>
          <cx:pt idx="420">7.2910000000000004</cx:pt>
          <cx:pt idx="421">6.7779999999999996</cx:pt>
          <cx:pt idx="422">6.8760000000000003</cx:pt>
          <cx:pt idx="423">7.2969999999999997</cx:pt>
          <cx:pt idx="424">7.4320000000000004</cx:pt>
          <cx:pt idx="425">19.959</cx:pt>
          <cx:pt idx="426">9.5190000000000001</cx:pt>
          <cx:pt idx="427">10.087999999999999</cx:pt>
          <cx:pt idx="428">7.3730000000000002</cx:pt>
          <cx:pt idx="429">8.1140000000000008</cx:pt>
          <cx:pt idx="430">8.6660000000000004</cx:pt>
          <cx:pt idx="431">15.321999999999999</cx:pt>
          <cx:pt idx="432">9.3949999999999996</cx:pt>
          <cx:pt idx="433">5.9299999999999997</cx:pt>
          <cx:pt idx="434">15.129</cx:pt>
          <cx:pt idx="435">15.686</cx:pt>
          <cx:pt idx="436">5.4329999999999998</cx:pt>
          <cx:pt idx="437">15.196</cx:pt>
          <cx:pt idx="438">6.6239999999999997</cx:pt>
          <cx:pt idx="439">8.2590000000000003</cx:pt>
          <cx:pt idx="440">7.7009999999999996</cx:pt>
          <cx:pt idx="441">17.335999999999999</cx:pt>
          <cx:pt idx="442">12.887</cx:pt>
          <cx:pt idx="443">20.744</cx:pt>
          <cx:pt idx="444">11.768000000000001</cx:pt>
          <cx:pt idx="445">9.4309999999999992</cx:pt>
          <cx:pt idx="446">16.506</cx:pt>
          <cx:pt idx="447">8.4060000000000006</cx:pt>
          <cx:pt idx="448">9.4570000000000007</cx:pt>
          <cx:pt idx="449">10.792999999999999</cx:pt>
          <cx:pt idx="450">7.6749999999999998</cx:pt>
          <cx:pt idx="451">11.247999999999999</cx:pt>
          <cx:pt idx="452">18.832000000000001</cx:pt>
          <cx:pt idx="453">6.9720000000000004</cx:pt>
          <cx:pt idx="454">8.0530000000000008</cx:pt>
          <cx:pt idx="455">7.7590000000000003</cx:pt>
          <cx:pt idx="456">26.858000000000001</cx:pt>
          <cx:pt idx="457">37.332999999999998</cx:pt>
          <cx:pt idx="458">16.899000000000001</cx:pt>
          <cx:pt idx="459">15.396000000000001</cx:pt>
          <cx:pt idx="460">7.6200000000000001</cx:pt>
          <cx:pt idx="461">13.74</cx:pt>
          <cx:pt idx="462">12.847</cx:pt>
          <cx:pt idx="463">6.5839999999999996</cx:pt>
          <cx:pt idx="464">8.5459999999999994</cx:pt>
          <cx:pt idx="465">16.384</cx:pt>
          <cx:pt idx="466">13.75</cx:pt>
          <cx:pt idx="467">6.1379999999999999</cx:pt>
          <cx:pt idx="468">10.194000000000001</cx:pt>
          <cx:pt idx="469">5.8300000000000001</cx:pt>
          <cx:pt idx="470">7.6459999999999999</cx:pt>
          <cx:pt idx="471">11.173999999999999</cx:pt>
          <cx:pt idx="472">6.7649999999999997</cx:pt>
          <cx:pt idx="473">9.1229999999999993</cx:pt>
          <cx:pt idx="474">8.4710000000000001</cx:pt>
          <cx:pt idx="475">10.098000000000001</cx:pt>
          <cx:pt idx="476">13.337999999999999</cx:pt>
          <cx:pt idx="477">12.548999999999999</cx:pt>
          <cx:pt idx="478">40.116</cx:pt>
          <cx:pt idx="479">30.085000000000001</cx:pt>
          <cx:pt idx="480">11.055999999999999</cx:pt>
          <cx:pt idx="481">9.6419999999999995</cx:pt>
          <cx:pt idx="482">12.302</cx:pt>
          <cx:pt idx="483">12.823</cx:pt>
          <cx:pt idx="484">42.128999999999998</cx:pt>
          <cx:pt idx="485">9.6899999999999995</cx:pt>
          <cx:pt idx="486">13.569000000000001</cx:pt>
          <cx:pt idx="487">8.3629999999999995</cx:pt>
          <cx:pt idx="488">13.010999999999999</cx:pt>
          <cx:pt idx="489">9.6340000000000003</cx:pt>
          <cx:pt idx="490">9.1129999999999995</cx:pt>
          <cx:pt idx="491">13.063000000000001</cx:pt>
          <cx:pt idx="492">11.205</cx:pt>
          <cx:pt idx="493">10.161</cx:pt>
          <cx:pt idx="494">22.295000000000002</cx:pt>
          <cx:pt idx="495">13.715999999999999</cx:pt>
          <cx:pt idx="496">5.8440000000000003</cx:pt>
          <cx:pt idx="497">9.9529999999999994</cx:pt>
          <cx:pt idx="498">8.0220000000000002</cx:pt>
          <cx:pt idx="499">8.7449999999999992</cx:pt>
          <cx:pt idx="500">18.524999999999999</cx:pt>
          <cx:pt idx="501">8.0429999999999993</cx:pt>
          <cx:pt idx="502">6.0949999999999998</cx:pt>
          <cx:pt idx="503">15.045</cx:pt>
          <cx:pt idx="504">7.7569999999999997</cx:pt>
          <cx:pt idx="505">19.510000000000002</cx:pt>
          <cx:pt idx="506">12.933</cx:pt>
          <cx:pt idx="507">11.646000000000001</cx:pt>
          <cx:pt idx="508">29.905000000000001</cx:pt>
          <cx:pt idx="509">12.692</cx:pt>
          <cx:pt idx="510">10.028</cx:pt>
          <cx:pt idx="511">10.391999999999999</cx:pt>
          <cx:pt idx="512">6.9500000000000002</cx:pt>
          <cx:pt idx="513">18.277999999999999</cx:pt>
          <cx:pt idx="514">9.8979999999999997</cx:pt>
          <cx:pt idx="515">17.052</cx:pt>
          <cx:pt idx="516">18.879999999999999</cx:pt>
          <cx:pt idx="517">7.9489999999999998</cx:pt>
          <cx:pt idx="518">7.0940000000000003</cx:pt>
          <cx:pt idx="519">23.128</cx:pt>
          <cx:pt idx="520">8.4100000000000001</cx:pt>
          <cx:pt idx="521">16.190000000000001</cx:pt>
          <cx:pt idx="522">7.9059999999999997</cx:pt>
          <cx:pt idx="523">7.3150000000000004</cx:pt>
          <cx:pt idx="524">11.986000000000001</cx:pt>
          <cx:pt idx="525">18.702000000000002</cx:pt>
          <cx:pt idx="526">12.385</cx:pt>
          <cx:pt idx="527">12.063000000000001</cx:pt>
          <cx:pt idx="528">10.417</cx:pt>
          <cx:pt idx="529">22.904</cx:pt>
          <cx:pt idx="530">9.5679999999999996</cx:pt>
          <cx:pt idx="531">11.414</cx:pt>
          <cx:pt idx="532">9.6479999999999997</cx:pt>
          <cx:pt idx="533">7.0140000000000002</cx:pt>
          <cx:pt idx="534">17.863</cx:pt>
          <cx:pt idx="535">7.234</cx:pt>
          <cx:pt idx="536">23.010999999999999</cx:pt>
          <cx:pt idx="537">6.6920000000000002</cx:pt>
          <cx:pt idx="538">16.620000000000001</cx:pt>
          <cx:pt idx="539">7.0259999999999998</cx:pt>
          <cx:pt idx="540">6.8209999999999997</cx:pt>
          <cx:pt idx="541">9.6549999999999994</cx:pt>
          <cx:pt idx="542">7.7990000000000004</cx:pt>
          <cx:pt idx="543">15.125999999999999</cx:pt>
          <cx:pt idx="544">19.029</cx:pt>
          <cx:pt idx="545">13.484</cx:pt>
          <cx:pt idx="546">12.789</cx:pt>
          <cx:pt idx="547">8.6940000000000008</cx:pt>
          <cx:pt idx="548">9.4260000000000002</cx:pt>
          <cx:pt idx="549">9.9610000000000003</cx:pt>
          <cx:pt idx="550">16.199999999999999</cx:pt>
          <cx:pt idx="551">21.638000000000002</cx:pt>
          <cx:pt idx="552">9.1280000000000001</cx:pt>
          <cx:pt idx="553">11.879</cx:pt>
          <cx:pt idx="554">26.664000000000001</cx:pt>
          <cx:pt idx="555">7.2610000000000001</cx:pt>
          <cx:pt idx="556">9.7850000000000001</cx:pt>
          <cx:pt idx="557">8.2560000000000002</cx:pt>
          <cx:pt idx="558">15.462</cx:pt>
          <cx:pt idx="559">17.898</cx:pt>
          <cx:pt idx="560">15.148</cx:pt>
          <cx:pt idx="561">21.637</cx:pt>
          <cx:pt idx="562">20.738</cx:pt>
          <cx:pt idx="563">12.321</cx:pt>
          <cx:pt idx="564">31.463999999999999</cx:pt>
          <cx:pt idx="565">7.851</cx:pt>
          <cx:pt idx="566">13.994999999999999</cx:pt>
          <cx:pt idx="567">12.442</cx:pt>
          <cx:pt idx="568">10.224</cx:pt>
          <cx:pt idx="569">13.271000000000001</cx:pt>
          <cx:pt idx="570">8.0950000000000006</cx:pt>
          <cx:pt idx="571">7.4790000000000001</cx:pt>
          <cx:pt idx="572">10.948</cx:pt>
          <cx:pt idx="573">12.813000000000001</cx:pt>
          <cx:pt idx="574">15.929</cx:pt>
          <cx:pt idx="575">8.9100000000000001</cx:pt>
          <cx:pt idx="576">25.065999999999999</cx:pt>
          <cx:pt idx="577">15.087</cx:pt>
          <cx:pt idx="578">9.4469999999999992</cx:pt>
          <cx:pt idx="579">37.957999999999998</cx:pt>
          <cx:pt idx="580">24.510999999999999</cx:pt>
          <cx:pt idx="581">9.0760000000000005</cx:pt>
          <cx:pt idx="582">9.2520000000000007</cx:pt>
          <cx:pt idx="583">9.5380000000000003</cx:pt>
          <cx:pt idx="584">7.7850000000000001</cx:pt>
          <cx:pt idx="585">13.586</cx:pt>
          <cx:pt idx="586">19.902999999999999</cx:pt>
          <cx:pt idx="587">17.702000000000002</cx:pt>
          <cx:pt idx="588">9.5050000000000008</cx:pt>
          <cx:pt idx="589">16.300999999999998</cx:pt>
          <cx:pt idx="590">19.312000000000001</cx:pt>
          <cx:pt idx="591">19.356999999999999</cx:pt>
          <cx:pt idx="592">10.601000000000001</cx:pt>
          <cx:pt idx="593">23.132999999999999</cx:pt>
          <cx:pt idx="594">8.4179999999999993</cx:pt>
          <cx:pt idx="595">17.356999999999999</cx:pt>
          <cx:pt idx="596">11.398999999999999</cx:pt>
          <cx:pt idx="597">14.885999999999999</cx:pt>
          <cx:pt idx="598">7.6470000000000002</cx:pt>
          <cx:pt idx="599">17.209</cx:pt>
          <cx:pt idx="600">19.210999999999999</cx:pt>
          <cx:pt idx="601">19.27</cx:pt>
          <cx:pt idx="602">14.872</cx:pt>
          <cx:pt idx="603">16.577999999999999</cx:pt>
          <cx:pt idx="604">22.416</cx:pt>
          <cx:pt idx="605">20.276</cx:pt>
          <cx:pt idx="606">12.176</cx:pt>
          <cx:pt idx="607">7.8090000000000002</cx:pt>
          <cx:pt idx="608">13.058</cx:pt>
          <cx:pt idx="609">8.0120000000000005</cx:pt>
          <cx:pt idx="610">10.263</cx:pt>
          <cx:pt idx="611">24.114000000000001</cx:pt>
          <cx:pt idx="612">12.196999999999999</cx:pt>
          <cx:pt idx="613">15.891999999999999</cx:pt>
          <cx:pt idx="614">16.341999999999999</cx:pt>
          <cx:pt idx="615">8.6389999999999993</cx:pt>
          <cx:pt idx="616">14.16</cx:pt>
          <cx:pt idx="617">46.384999999999998</cx:pt>
          <cx:pt idx="618">13.845000000000001</cx:pt>
          <cx:pt idx="619">31.655999999999999</cx:pt>
          <cx:pt idx="620">27.742000000000001</cx:pt>
          <cx:pt idx="621">12.005000000000001</cx:pt>
          <cx:pt idx="622">19.98</cx:pt>
          <cx:pt idx="623">28.972999999999999</cx:pt>
          <cx:pt idx="624">20.541</cx:pt>
          <cx:pt idx="625">17.652000000000001</cx:pt>
          <cx:pt idx="626">10.526</cx:pt>
          <cx:pt idx="627">9.3849999999999998</cx:pt>
          <cx:pt idx="628">63.777000000000001</cx:pt>
          <cx:pt idx="629">11.333</cx:pt>
          <cx:pt idx="630">21.611999999999998</cx:pt>
          <cx:pt idx="631">43.451000000000001</cx:pt>
          <cx:pt idx="632">34.646999999999998</cx:pt>
          <cx:pt idx="633">32.606000000000002</cx:pt>
          <cx:pt idx="634">43.828000000000003</cx:pt>
          <cx:pt idx="635">9.6050000000000004</cx:pt>
          <cx:pt idx="636">10.612</cx:pt>
          <cx:pt idx="637">10.041</cx:pt>
          <cx:pt idx="638">8.5510000000000002</cx:pt>
          <cx:pt idx="639">14.417</cx:pt>
          <cx:pt idx="640">22.506</cx:pt>
          <cx:pt idx="641">13.122</cx:pt>
          <cx:pt idx="642">9.1069999999999993</cx:pt>
          <cx:pt idx="643">14.884</cx:pt>
          <cx:pt idx="644">31.007999999999999</cx:pt>
          <cx:pt idx="645">6.0529999999999999</cx:pt>
          <cx:pt idx="646">13.859999999999999</cx:pt>
          <cx:pt idx="647">19.196999999999999</cx:pt>
          <cx:pt idx="648">22.324999999999999</cx:pt>
          <cx:pt idx="649">13.718</cx:pt>
          <cx:pt idx="650">24.544</cx:pt>
          <cx:pt idx="651">11.859999999999999</cx:pt>
          <cx:pt idx="652">30.122</cx:pt>
          <cx:pt idx="653">22.23</cx:pt>
          <cx:pt idx="654">20.981000000000002</cx:pt>
          <cx:pt idx="655">18.439</cx:pt>
          <cx:pt idx="656">12.945</cx:pt>
          <cx:pt idx="657">12.393000000000001</cx:pt>
          <cx:pt idx="658">25.881</cx:pt>
          <cx:pt idx="659">12.582000000000001</cx:pt>
          <cx:pt idx="660">10.952999999999999</cx:pt>
          <cx:pt idx="661">11.064</cx:pt>
          <cx:pt idx="662">23.343</cx:pt>
          <cx:pt idx="663">19.844999999999999</cx:pt>
          <cx:pt idx="664">49.947000000000003</cx:pt>
          <cx:pt idx="665">9.2080000000000002</cx:pt>
          <cx:pt idx="666">7.7210000000000001</cx:pt>
          <cx:pt idx="667">34.002000000000002</cx:pt>
          <cx:pt idx="668">39.484000000000002</cx:pt>
          <cx:pt idx="669">11.601000000000001</cx:pt>
          <cx:pt idx="670">16.385999999999999</cx:pt>
          <cx:pt idx="671">8.4390000000000001</cx:pt>
          <cx:pt idx="672">57.268999999999998</cx:pt>
          <cx:pt idx="673">32.981000000000002</cx:pt>
          <cx:pt idx="674">20.773</cx:pt>
          <cx:pt idx="675">19.988</cx:pt>
          <cx:pt idx="676">14.387</cx:pt>
          <cx:pt idx="677">17.395</cx:pt>
          <cx:pt idx="678">12.222</cx:pt>
          <cx:pt idx="679">35.491</cx:pt>
          <cx:pt idx="680">22.683</cx:pt>
          <cx:pt idx="681">13.420999999999999</cx:pt>
          <cx:pt idx="682">40.975999999999999</cx:pt>
          <cx:pt idx="683">13.710000000000001</cx:pt>
          <cx:pt idx="684">14.824999999999999</cx:pt>
          <cx:pt idx="685">73.072000000000003</cx:pt>
          <cx:pt idx="686">14.906000000000001</cx:pt>
          <cx:pt idx="687">29.821000000000002</cx:pt>
          <cx:pt idx="688">42.723999999999997</cx:pt>
          <cx:pt idx="689">28.722999999999999</cx:pt>
          <cx:pt idx="690">40.661999999999999</cx:pt>
          <cx:pt idx="691">38.664000000000001</cx:pt>
          <cx:pt idx="692">19.119</cx:pt>
          <cx:pt idx="693">52.566000000000003</cx:pt>
          <cx:pt idx="694">32</cx:pt>
          <cx:pt idx="695">53.198</cx:pt>
          <cx:pt idx="696">99.367999999999995</cx:pt>
          <cx:pt idx="697">110.622</cx:pt>
          <cx:pt idx="698">16.524999999999999</cx:pt>
          <cx:pt idx="699">31.451000000000001</cx:pt>
          <cx:pt idx="700">47.68</cx:pt>
          <cx:pt idx="701">53.972999999999999</cx:pt>
          <cx:pt idx="702">42.658000000000001</cx:pt>
          <cx:pt idx="703">298.90100000000001</cx:pt>
          <cx:pt idx="704">48.625</cx:pt>
          <cx:pt idx="705">298.44999999999999</cx:pt>
          <cx:pt idx="706">69.227999999999994</cx:pt>
          <cx:pt idx="707">32.140999999999998</cx:pt>
          <cx:pt idx="708">8.7690000000000001</cx:pt>
          <cx:pt idx="709">24.434999999999999</cx:pt>
          <cx:pt idx="710">48.677999999999997</cx:pt>
          <cx:pt idx="711">31.035</cx:pt>
          <cx:pt idx="712">34.188000000000002</cx:pt>
          <cx:pt idx="713">31.364999999999998</cx:pt>
          <cx:pt idx="714">60.008000000000003</cx:pt>
          <cx:pt idx="715">33.643999999999998</cx:pt>
          <cx:pt idx="716">46.942999999999998</cx:pt>
        </cx:lvl>
      </cx:numDim>
    </cx:data>
  </cx:chartData>
  <cx:chart>
    <cx:title pos="t" align="ctr" overlay="0">
      <cx:tx>
        <cx:txData>
          <cx:v>Width</cx:v>
        </cx:txData>
      </cx:tx>
      <cx:txPr>
        <a:bodyPr spcFirstLastPara="1" vertOverflow="ellipsis" horzOverflow="overflow" wrap="square" lIns="0" tIns="0" rIns="0" bIns="0" anchor="ctr" anchorCtr="1"/>
        <a:lstStyle/>
        <a:p>
          <a:pPr algn="ctr" rtl="0">
            <a:defRPr/>
          </a:pPr>
          <a:r>
            <a:rPr lang="en-US" sz="1400" b="0" i="0" u="none" strike="noStrike" baseline="0">
              <a:solidFill>
                <a:sysClr val="windowText" lastClr="000000">
                  <a:lumMod val="65000"/>
                  <a:lumOff val="35000"/>
                </a:sysClr>
              </a:solidFill>
              <a:latin typeface="Aptos Narrow" panose="02110004020202020204"/>
            </a:rPr>
            <a:t>Width</a:t>
          </a:r>
        </a:p>
      </cx:txPr>
    </cx:title>
    <cx:plotArea>
      <cx:plotAreaRegion>
        <cx:series layoutId="clusteredColumn" uniqueId="{68C235C9-765D-44A3-8D33-1D40775EC1FA}">
          <cx:tx>
            <cx:txData>
              <cx:f>'no leave edited'!$F$1</cx:f>
              <cx:v>Width (mm)</cx:v>
            </cx:txData>
          </cx:tx>
          <cx:dataLabels/>
          <cx:dataId val="0"/>
          <cx:layoutPr>
            <cx:binning intervalClosed="r" underflow="0" overflow="45">
              <cx:binCount val="30"/>
            </cx:binning>
          </cx:layoutPr>
        </cx:series>
      </cx:plotAreaRegion>
      <cx:axis id="0">
        <cx:catScaling gapWidth="0"/>
        <cx:tickLabels/>
        <cx:numFmt formatCode="#,##0.0" sourceLinked="0"/>
      </cx:axis>
      <cx:axis id="1">
        <cx:valScaling max="140"/>
        <cx:majorGridlines/>
        <cx:tickLabels/>
      </cx:axis>
    </cx:plotArea>
  </cx:chart>
</cx:chartSpace>
</file>

<file path=ppt/charts/chartEx9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numDim type="val">
        <cx:f>'leave edited'!$G$2:$G$738</cx:f>
        <cx:lvl ptCount="737" formatCode="General">
          <cx:pt idx="0">2.427</cx:pt>
          <cx:pt idx="1">2.2090000000000001</cx:pt>
          <cx:pt idx="2">2.2069999999999999</cx:pt>
          <cx:pt idx="3">3.2229999999999999</cx:pt>
          <cx:pt idx="4">2.1800000000000002</cx:pt>
          <cx:pt idx="5">2.1459999999999999</cx:pt>
          <cx:pt idx="6">2.3809999999999998</cx:pt>
          <cx:pt idx="7">1.4630000000000001</cx:pt>
          <cx:pt idx="8">2.2069999999999999</cx:pt>
          <cx:pt idx="9">1.9259999999999999</cx:pt>
          <cx:pt idx="10">2.347</cx:pt>
          <cx:pt idx="11">1.9259999999999999</cx:pt>
          <cx:pt idx="12">5.25</cx:pt>
          <cx:pt idx="13">2.3050000000000002</cx:pt>
          <cx:pt idx="14">2.6080000000000001</cx:pt>
          <cx:pt idx="15">2.024</cx:pt>
          <cx:pt idx="16">4.2409999999999997</cx:pt>
          <cx:pt idx="17">2.3530000000000002</cx:pt>
          <cx:pt idx="18">3.5419999999999998</cx:pt>
          <cx:pt idx="19">2.9079999999999999</cx:pt>
          <cx:pt idx="20">2.5129999999999999</cx:pt>
          <cx:pt idx="21">3.5070000000000001</cx:pt>
          <cx:pt idx="22">1.889</cx:pt>
          <cx:pt idx="23">3.7490000000000001</cx:pt>
          <cx:pt idx="24">1.923</cx:pt>
          <cx:pt idx="25">1.869</cx:pt>
          <cx:pt idx="26">2.0760000000000001</cx:pt>
          <cx:pt idx="27">2.5289999999999999</cx:pt>
          <cx:pt idx="28">2.3370000000000002</cx:pt>
          <cx:pt idx="29">3.4119999999999999</cx:pt>
          <cx:pt idx="30">2.5920000000000001</cx:pt>
          <cx:pt idx="31">2.2759999999999998</cx:pt>
          <cx:pt idx="32">3.0230000000000001</cx:pt>
          <cx:pt idx="33">3.1139999999999999</cx:pt>
          <cx:pt idx="34">3.048</cx:pt>
          <cx:pt idx="35">3.1659999999999999</cx:pt>
          <cx:pt idx="36">4.774</cx:pt>
          <cx:pt idx="37">3.29</cx:pt>
          <cx:pt idx="38">4.1920000000000002</cx:pt>
          <cx:pt idx="39">5.5540000000000003</cx:pt>
          <cx:pt idx="40">2.7360000000000002</cx:pt>
          <cx:pt idx="41">3.851</cx:pt>
          <cx:pt idx="42">2.4399999999999999</cx:pt>
          <cx:pt idx="43">4</cx:pt>
          <cx:pt idx="44">2.698</cx:pt>
          <cx:pt idx="45">3.9180000000000001</cx:pt>
          <cx:pt idx="46">2.9649999999999999</cx:pt>
          <cx:pt idx="47">2.0169999999999999</cx:pt>
          <cx:pt idx="48">3.1099999999999999</cx:pt>
          <cx:pt idx="49">3.512</cx:pt>
          <cx:pt idx="50">2.3039999999999998</cx:pt>
          <cx:pt idx="51">3.1659999999999999</cx:pt>
          <cx:pt idx="52">3.254</cx:pt>
          <cx:pt idx="53">2.3940000000000001</cx:pt>
          <cx:pt idx="54">3.8100000000000001</cx:pt>
          <cx:pt idx="55">2.3149999999999999</cx:pt>
          <cx:pt idx="56">3.7989999999999999</cx:pt>
          <cx:pt idx="57">2.3199999999999998</cx:pt>
          <cx:pt idx="58">3.3220000000000001</cx:pt>
          <cx:pt idx="59">3.327</cx:pt>
          <cx:pt idx="60">2.181</cx:pt>
          <cx:pt idx="61">2.8969999999999998</cx:pt>
          <cx:pt idx="62">3.6030000000000002</cx:pt>
          <cx:pt idx="63">3.6539999999999999</cx:pt>
          <cx:pt idx="64">2.0699999999999998</cx:pt>
          <cx:pt idx="65">3.0409999999999999</cx:pt>
          <cx:pt idx="66">2.5289999999999999</cx:pt>
          <cx:pt idx="67">2.452</cx:pt>
          <cx:pt idx="68">3.302</cx:pt>
          <cx:pt idx="69">3.2629999999999999</cx:pt>
          <cx:pt idx="70">3.2480000000000002</cx:pt>
          <cx:pt idx="71">2.5739999999999998</cx:pt>
          <cx:pt idx="72">3.5779999999999998</cx:pt>
          <cx:pt idx="73">2.915</cx:pt>
          <cx:pt idx="74">3.3279999999999998</cx:pt>
          <cx:pt idx="75">2.7519999999999998</cx:pt>
          <cx:pt idx="76">3.5049999999999999</cx:pt>
          <cx:pt idx="77">4.758</cx:pt>
          <cx:pt idx="78">3.7490000000000001</cx:pt>
          <cx:pt idx="79">2.234</cx:pt>
          <cx:pt idx="80">2.6680000000000001</cx:pt>
          <cx:pt idx="81">2.8290000000000002</cx:pt>
          <cx:pt idx="82">4.5179999999999998</cx:pt>
          <cx:pt idx="83">3.4100000000000001</cx:pt>
          <cx:pt idx="84">2.4969999999999999</cx:pt>
          <cx:pt idx="85">3.8799999999999999</cx:pt>
          <cx:pt idx="86">3.4119999999999999</cx:pt>
          <cx:pt idx="87">3.7210000000000001</cx:pt>
          <cx:pt idx="88">4.1970000000000001</cx:pt>
          <cx:pt idx="89">3.375</cx:pt>
          <cx:pt idx="90">3.476</cx:pt>
          <cx:pt idx="91">3.343</cx:pt>
          <cx:pt idx="92">4.7350000000000003</cx:pt>
          <cx:pt idx="93">3.5150000000000001</cx:pt>
          <cx:pt idx="94">2.8940000000000001</cx:pt>
          <cx:pt idx="95">3.0179999999999998</cx:pt>
          <cx:pt idx="96">3.3439999999999999</cx:pt>
          <cx:pt idx="97">3.9630000000000001</cx:pt>
          <cx:pt idx="98">4.048</cx:pt>
          <cx:pt idx="99">2.9529999999999998</cx:pt>
          <cx:pt idx="100">3.0030000000000001</cx:pt>
          <cx:pt idx="101">4.7069999999999999</cx:pt>
          <cx:pt idx="102">3.4510000000000001</cx:pt>
          <cx:pt idx="103">5.4800000000000004</cx:pt>
          <cx:pt idx="104">4.077</cx:pt>
          <cx:pt idx="105">3.528</cx:pt>
          <cx:pt idx="106">5.1609999999999996</cx:pt>
          <cx:pt idx="107">3.2130000000000001</cx:pt>
          <cx:pt idx="108">3.1120000000000001</cx:pt>
          <cx:pt idx="109">3.863</cx:pt>
          <cx:pt idx="110">4.5279999999999996</cx:pt>
          <cx:pt idx="111">3.6930000000000001</cx:pt>
          <cx:pt idx="112">2.7599999999999998</cx:pt>
          <cx:pt idx="113">4.1509999999999998</cx:pt>
          <cx:pt idx="114">5.1299999999999999</cx:pt>
          <cx:pt idx="115">3.0720000000000001</cx:pt>
          <cx:pt idx="116">3.3900000000000001</cx:pt>
          <cx:pt idx="117">3.8330000000000002</cx:pt>
          <cx:pt idx="118">4.9089999999999998</cx:pt>
          <cx:pt idx="119">3.3559999999999999</cx:pt>
          <cx:pt idx="120">3.593</cx:pt>
          <cx:pt idx="121">3.7050000000000001</cx:pt>
          <cx:pt idx="122">4.4710000000000001</cx:pt>
          <cx:pt idx="123">3.6240000000000001</cx:pt>
          <cx:pt idx="124">3.4399999999999999</cx:pt>
          <cx:pt idx="125">4.0039999999999996</cx:pt>
          <cx:pt idx="126">3.2639999999999998</cx:pt>
          <cx:pt idx="127">2.9790000000000001</cx:pt>
          <cx:pt idx="128">3.302</cx:pt>
          <cx:pt idx="129">3.2330000000000001</cx:pt>
          <cx:pt idx="130">3.448</cx:pt>
          <cx:pt idx="131">4.0129999999999999</cx:pt>
          <cx:pt idx="132">7.9130000000000003</cx:pt>
          <cx:pt idx="133">2.5529999999999999</cx:pt>
          <cx:pt idx="134">3.9590000000000001</cx:pt>
          <cx:pt idx="135">3.665</cx:pt>
          <cx:pt idx="136">3.3039999999999998</cx:pt>
          <cx:pt idx="137">3.6459999999999999</cx:pt>
          <cx:pt idx="138">2.8210000000000002</cx:pt>
          <cx:pt idx="139">4.4989999999999997</cx:pt>
          <cx:pt idx="140">3.3580000000000001</cx:pt>
          <cx:pt idx="141">3.1909999999999998</cx:pt>
          <cx:pt idx="142">3.855</cx:pt>
          <cx:pt idx="143">3.649</cx:pt>
          <cx:pt idx="144">3.5379999999999998</cx:pt>
          <cx:pt idx="145">4.657</cx:pt>
          <cx:pt idx="146">5.673</cx:pt>
          <cx:pt idx="147">4.1299999999999999</cx:pt>
          <cx:pt idx="148">3.488</cx:pt>
          <cx:pt idx="149">5.1420000000000003</cx:pt>
          <cx:pt idx="150">2.7120000000000002</cx:pt>
          <cx:pt idx="151">3.1539999999999999</cx:pt>
          <cx:pt idx="152">3.4089999999999998</cx:pt>
          <cx:pt idx="153">3.6459999999999999</cx:pt>
          <cx:pt idx="154">3.161</cx:pt>
          <cx:pt idx="155">3.7200000000000002</cx:pt>
          <cx:pt idx="156">4.4960000000000004</cx:pt>
          <cx:pt idx="157">3.581</cx:pt>
          <cx:pt idx="158">6.3650000000000002</cx:pt>
          <cx:pt idx="159">3.3479999999999999</cx:pt>
          <cx:pt idx="160">4.1829999999999998</cx:pt>
          <cx:pt idx="161">3.113</cx:pt>
          <cx:pt idx="162">3.0030000000000001</cx:pt>
          <cx:pt idx="163">3.3999999999999999</cx:pt>
          <cx:pt idx="164">3.6160000000000001</cx:pt>
          <cx:pt idx="165">4.3129999999999997</cx:pt>
          <cx:pt idx="166">4.2140000000000004</cx:pt>
          <cx:pt idx="167">3.4399999999999999</cx:pt>
          <cx:pt idx="168">3.6709999999999998</cx:pt>
          <cx:pt idx="169">3.399</cx:pt>
          <cx:pt idx="170">5.7080000000000002</cx:pt>
          <cx:pt idx="171">3.903</cx:pt>
          <cx:pt idx="172">4.2830000000000004</cx:pt>
          <cx:pt idx="173">2.77</cx:pt>
          <cx:pt idx="174">3.528</cx:pt>
          <cx:pt idx="175">3.2090000000000001</cx:pt>
          <cx:pt idx="176">4.242</cx:pt>
          <cx:pt idx="177">3.214</cx:pt>
          <cx:pt idx="178">3.0419999999999998</cx:pt>
          <cx:pt idx="179">3.3769999999999998</cx:pt>
          <cx:pt idx="180">4.726</cx:pt>
          <cx:pt idx="181">4.9809999999999999</cx:pt>
          <cx:pt idx="182">3.4830000000000001</cx:pt>
          <cx:pt idx="183">5.29</cx:pt>
          <cx:pt idx="184">6.3360000000000003</cx:pt>
          <cx:pt idx="185">4.3689999999999998</cx:pt>
          <cx:pt idx="186">3.9220000000000002</cx:pt>
          <cx:pt idx="187">5.3620000000000001</cx:pt>
          <cx:pt idx="188">3.8929999999999998</cx:pt>
          <cx:pt idx="189">2.887</cx:pt>
          <cx:pt idx="190">6.1950000000000003</cx:pt>
          <cx:pt idx="191">3.1680000000000001</cx:pt>
          <cx:pt idx="192">3.3490000000000002</cx:pt>
          <cx:pt idx="193">3.129</cx:pt>
          <cx:pt idx="194">4.0579999999999998</cx:pt>
          <cx:pt idx="195">2.8460000000000001</cx:pt>
          <cx:pt idx="196">3.4809999999999999</cx:pt>
          <cx:pt idx="197">4.4539999999999997</cx:pt>
          <cx:pt idx="198">2.8039999999999998</cx:pt>
          <cx:pt idx="199">2.5249999999999999</cx:pt>
          <cx:pt idx="200">5.0620000000000003</cx:pt>
          <cx:pt idx="201">3.8849999999999998</cx:pt>
          <cx:pt idx="202">4.056</cx:pt>
          <cx:pt idx="203">3.5510000000000002</cx:pt>
          <cx:pt idx="204">3.5609999999999999</cx:pt>
          <cx:pt idx="205">4.6239999999999997</cx:pt>
          <cx:pt idx="206">4.3920000000000003</cx:pt>
          <cx:pt idx="207">4.3470000000000004</cx:pt>
          <cx:pt idx="208">4.3070000000000004</cx:pt>
          <cx:pt idx="209">4.6440000000000001</cx:pt>
          <cx:pt idx="210">5.5700000000000003</cx:pt>
          <cx:pt idx="211">3.6190000000000002</cx:pt>
          <cx:pt idx="212">3.3100000000000001</cx:pt>
          <cx:pt idx="213">4.2789999999999999</cx:pt>
          <cx:pt idx="214">3.7400000000000002</cx:pt>
          <cx:pt idx="215">4.569</cx:pt>
          <cx:pt idx="216">4.0579999999999998</cx:pt>
          <cx:pt idx="217">3.8940000000000001</cx:pt>
          <cx:pt idx="218">4.5510000000000002</cx:pt>
          <cx:pt idx="219">3.9300000000000002</cx:pt>
          <cx:pt idx="220">6.9969999999999999</cx:pt>
          <cx:pt idx="221">3.7890000000000001</cx:pt>
          <cx:pt idx="222">3.6360000000000001</cx:pt>
          <cx:pt idx="223">3.1739999999999999</cx:pt>
          <cx:pt idx="224">3.629</cx:pt>
          <cx:pt idx="225">3.3660000000000001</cx:pt>
          <cx:pt idx="226">3.1539999999999999</cx:pt>
          <cx:pt idx="227">5.4260000000000002</cx:pt>
          <cx:pt idx="228">6.7439999999999998</cx:pt>
          <cx:pt idx="229">4.6340000000000003</cx:pt>
          <cx:pt idx="230">3.3660000000000001</cx:pt>
          <cx:pt idx="231">3.4470000000000001</cx:pt>
          <cx:pt idx="232">4.383</cx:pt>
          <cx:pt idx="233">3.5230000000000001</cx:pt>
          <cx:pt idx="234">3.2869999999999999</cx:pt>
          <cx:pt idx="235">4.7750000000000004</cx:pt>
          <cx:pt idx="236">4.2679999999999998</cx:pt>
          <cx:pt idx="237">3.073</cx:pt>
          <cx:pt idx="238">6.3070000000000004</cx:pt>
          <cx:pt idx="239">3.1989999999999998</cx:pt>
          <cx:pt idx="240">3.1640000000000001</cx:pt>
          <cx:pt idx="241">4.3330000000000002</cx:pt>
          <cx:pt idx="242">4.3570000000000002</cx:pt>
          <cx:pt idx="243">3.645</cx:pt>
          <cx:pt idx="244">3.742</cx:pt>
          <cx:pt idx="245">3.899</cx:pt>
          <cx:pt idx="246">4.5789999999999997</cx:pt>
          <cx:pt idx="247">4.0940000000000003</cx:pt>
          <cx:pt idx="248">3.1909999999999998</cx:pt>
          <cx:pt idx="249">2.9119999999999999</cx:pt>
          <cx:pt idx="250">3.3610000000000002</cx:pt>
          <cx:pt idx="251">3.359</cx:pt>
          <cx:pt idx="252">6.0570000000000004</cx:pt>
          <cx:pt idx="253">4.2290000000000001</cx:pt>
          <cx:pt idx="254">3.5579999999999998</cx:pt>
          <cx:pt idx="255">4.9619999999999997</cx:pt>
          <cx:pt idx="256">3.8260000000000001</cx:pt>
          <cx:pt idx="257">4.1669999999999998</cx:pt>
          <cx:pt idx="258">3.4910000000000001</cx:pt>
          <cx:pt idx="259">4.2190000000000003</cx:pt>
          <cx:pt idx="260">4.1360000000000001</cx:pt>
          <cx:pt idx="261">3.9350000000000001</cx:pt>
          <cx:pt idx="262">4.016</cx:pt>
          <cx:pt idx="263">4.75</cx:pt>
          <cx:pt idx="264">4.1970000000000001</cx:pt>
          <cx:pt idx="265">3.4079999999999999</cx:pt>
          <cx:pt idx="266">3.0840000000000001</cx:pt>
          <cx:pt idx="267">6.1619999999999999</cx:pt>
          <cx:pt idx="268">5.1479999999999997</cx:pt>
          <cx:pt idx="269">3.6949999999999998</cx:pt>
          <cx:pt idx="270">4.1619999999999999</cx:pt>
          <cx:pt idx="271">3.1739999999999999</cx:pt>
          <cx:pt idx="272">3.6240000000000001</cx:pt>
          <cx:pt idx="273">3.29</cx:pt>
          <cx:pt idx="274">4.1920000000000002</cx:pt>
          <cx:pt idx="275">4.2359999999999998</cx:pt>
          <cx:pt idx="276">5.0579999999999998</cx:pt>
          <cx:pt idx="277">4.9930000000000003</cx:pt>
          <cx:pt idx="278">4.6639999999999997</cx:pt>
          <cx:pt idx="279">4.5759999999999996</cx:pt>
          <cx:pt idx="280">3.5070000000000001</cx:pt>
          <cx:pt idx="281">4.3289999999999997</cx:pt>
          <cx:pt idx="282">4.2169999999999996</cx:pt>
          <cx:pt idx="283">6.5170000000000003</cx:pt>
          <cx:pt idx="284">4.5590000000000002</cx:pt>
          <cx:pt idx="285">4.6669999999999998</cx:pt>
          <cx:pt idx="286">6.3559999999999999</cx:pt>
          <cx:pt idx="287">4.5590000000000002</cx:pt>
          <cx:pt idx="288">2.9060000000000001</cx:pt>
          <cx:pt idx="289">4.7149999999999999</cx:pt>
          <cx:pt idx="290">4.6630000000000003</cx:pt>
          <cx:pt idx="291">4.1260000000000003</cx:pt>
          <cx:pt idx="292">4.5119999999999996</cx:pt>
          <cx:pt idx="293">3.3050000000000002</cx:pt>
          <cx:pt idx="294">5.093</cx:pt>
          <cx:pt idx="295">3.4260000000000002</cx:pt>
          <cx:pt idx="296">3.302</cx:pt>
          <cx:pt idx="297">4.2249999999999996</cx:pt>
          <cx:pt idx="298">4.6609999999999996</cx:pt>
          <cx:pt idx="299">6.2149999999999999</cx:pt>
          <cx:pt idx="300">3.8149999999999999</cx:pt>
          <cx:pt idx="301">5.1520000000000001</cx:pt>
          <cx:pt idx="302">4.6719999999999997</cx:pt>
          <cx:pt idx="303">4.1120000000000001</cx:pt>
          <cx:pt idx="304">1.958</cx:pt>
          <cx:pt idx="305">7.0960000000000001</cx:pt>
          <cx:pt idx="306">5.6550000000000002</cx:pt>
          <cx:pt idx="307">3.415</cx:pt>
          <cx:pt idx="308">5.3170000000000002</cx:pt>
          <cx:pt idx="309">4.4470000000000001</cx:pt>
          <cx:pt idx="310">4.3109999999999999</cx:pt>
          <cx:pt idx="311">3.6699999999999999</cx:pt>
          <cx:pt idx="312">5.298</cx:pt>
          <cx:pt idx="313">5.3150000000000004</cx:pt>
          <cx:pt idx="314">5.859</cx:pt>
          <cx:pt idx="315">4.1070000000000002</cx:pt>
          <cx:pt idx="316">6.3410000000000002</cx:pt>
          <cx:pt idx="317">4.5679999999999996</cx:pt>
          <cx:pt idx="318">4.8899999999999997</cx:pt>
          <cx:pt idx="319">4.3470000000000004</cx:pt>
          <cx:pt idx="320">3.4350000000000001</cx:pt>
          <cx:pt idx="321">3.8079999999999998</cx:pt>
          <cx:pt idx="322">5.766</cx:pt>
          <cx:pt idx="323">3.3279999999999998</cx:pt>
          <cx:pt idx="324">6.1660000000000004</cx:pt>
          <cx:pt idx="325">4.3300000000000001</cx:pt>
          <cx:pt idx="326">3.8980000000000001</cx:pt>
          <cx:pt idx="327">3.6579999999999999</cx:pt>
          <cx:pt idx="328">4.0389999999999997</cx:pt>
          <cx:pt idx="329">4.2960000000000003</cx:pt>
          <cx:pt idx="330">4.7949999999999999</cx:pt>
          <cx:pt idx="331">4.9699999999999998</cx:pt>
          <cx:pt idx="332">4.6100000000000003</cx:pt>
          <cx:pt idx="333">6.3559999999999999</cx:pt>
          <cx:pt idx="334">4.1310000000000002</cx:pt>
          <cx:pt idx="335">3.7029999999999998</cx:pt>
          <cx:pt idx="336">4.0289999999999999</cx:pt>
          <cx:pt idx="337">5.2060000000000004</cx:pt>
          <cx:pt idx="338">4.048</cx:pt>
          <cx:pt idx="339">4.9530000000000003</cx:pt>
          <cx:pt idx="340">5.3949999999999996</cx:pt>
          <cx:pt idx="341">4.5609999999999999</cx:pt>
          <cx:pt idx="342">3.722</cx:pt>
          <cx:pt idx="343">4.2990000000000004</cx:pt>
          <cx:pt idx="344">4.4640000000000004</cx:pt>
          <cx:pt idx="345">4.2089999999999996</cx:pt>
          <cx:pt idx="346">3.726</cx:pt>
          <cx:pt idx="347">4.6150000000000002</cx:pt>
          <cx:pt idx="348">4.8650000000000002</cx:pt>
          <cx:pt idx="349">4.5119999999999996</cx:pt>
          <cx:pt idx="350">5.234</cx:pt>
          <cx:pt idx="351">5.2629999999999999</cx:pt>
          <cx:pt idx="352">5.359</cx:pt>
          <cx:pt idx="353">5.2480000000000002</cx:pt>
          <cx:pt idx="354">3.9199999999999999</cx:pt>
          <cx:pt idx="355">4.0940000000000003</cx:pt>
          <cx:pt idx="356">4.8330000000000002</cx:pt>
          <cx:pt idx="357">4.7140000000000004</cx:pt>
          <cx:pt idx="358">6.9800000000000004</cx:pt>
          <cx:pt idx="359">3.6629999999999998</cx:pt>
          <cx:pt idx="360">6.3959999999999999</cx:pt>
          <cx:pt idx="361">3.9300000000000002</cx:pt>
          <cx:pt idx="362">5.931</cx:pt>
          <cx:pt idx="363">6.0599999999999996</cx:pt>
          <cx:pt idx="364">5.8680000000000003</cx:pt>
          <cx:pt idx="365">4.585</cx:pt>
          <cx:pt idx="366">3.7919999999999998</cx:pt>
          <cx:pt idx="367">6.6150000000000002</cx:pt>
          <cx:pt idx="368">4.4160000000000004</cx:pt>
          <cx:pt idx="369">4.0469999999999997</cx:pt>
          <cx:pt idx="370">7.3090000000000002</cx:pt>
          <cx:pt idx="371">5.9459999999999997</cx:pt>
          <cx:pt idx="372">3.6120000000000001</cx:pt>
          <cx:pt idx="373">3.6869999999999998</cx:pt>
          <cx:pt idx="374">4.8460000000000001</cx:pt>
          <cx:pt idx="375">6.0620000000000003</cx:pt>
          <cx:pt idx="376">5.1360000000000001</cx:pt>
          <cx:pt idx="377">4.6189999999999998</cx:pt>
          <cx:pt idx="378">2.8079999999999998</cx:pt>
          <cx:pt idx="379">4.4859999999999998</cx:pt>
          <cx:pt idx="380">4.2949999999999999</cx:pt>
          <cx:pt idx="381">6.0670000000000002</cx:pt>
          <cx:pt idx="382">11.077999999999999</cx:pt>
          <cx:pt idx="383">4.1749999999999998</cx:pt>
          <cx:pt idx="384">4.0060000000000002</cx:pt>
          <cx:pt idx="385">4.6970000000000001</cx:pt>
          <cx:pt idx="386">7.0090000000000003</cx:pt>
          <cx:pt idx="387">4.1420000000000003</cx:pt>
          <cx:pt idx="388">3.7519999999999998</cx:pt>
          <cx:pt idx="389">4.6749999999999998</cx:pt>
          <cx:pt idx="390">5.2679999999999998</cx:pt>
          <cx:pt idx="391">4.9420000000000002</cx:pt>
          <cx:pt idx="392">4.8949999999999996</cx:pt>
          <cx:pt idx="393">4.1479999999999997</cx:pt>
          <cx:pt idx="394">4.7279999999999998</cx:pt>
          <cx:pt idx="395">3.3370000000000002</cx:pt>
          <cx:pt idx="396">4.3490000000000002</cx:pt>
          <cx:pt idx="397">2.4769999999999999</cx:pt>
          <cx:pt idx="398">4.4560000000000004</cx:pt>
          <cx:pt idx="399">4.8730000000000002</cx:pt>
          <cx:pt idx="400">3.7759999999999998</cx:pt>
          <cx:pt idx="401">4.4459999999999997</cx:pt>
          <cx:pt idx="402">2.4990000000000001</cx:pt>
          <cx:pt idx="403">4.2960000000000003</cx:pt>
          <cx:pt idx="404">4.2229999999999999</cx:pt>
          <cx:pt idx="405">3.9239999999999999</cx:pt>
          <cx:pt idx="406">5.5179999999999998</cx:pt>
          <cx:pt idx="407">4.1980000000000004</cx:pt>
          <cx:pt idx="408">3.9870000000000001</cx:pt>
          <cx:pt idx="409">4.7450000000000001</cx:pt>
          <cx:pt idx="410">4.1840000000000002</cx:pt>
          <cx:pt idx="411">4.0419999999999998</cx:pt>
          <cx:pt idx="412">3.4249999999999998</cx:pt>
          <cx:pt idx="413">4.5830000000000002</cx:pt>
          <cx:pt idx="414">4.5529999999999999</cx:pt>
          <cx:pt idx="415">4.327</cx:pt>
          <cx:pt idx="416">4.6689999999999996</cx:pt>
          <cx:pt idx="417">3.8759999999999999</cx:pt>
          <cx:pt idx="418">8.5820000000000007</cx:pt>
          <cx:pt idx="419">5.415</cx:pt>
          <cx:pt idx="420">5.1900000000000004</cx:pt>
          <cx:pt idx="421">5.7489999999999997</cx:pt>
          <cx:pt idx="422">5.7830000000000004</cx:pt>
          <cx:pt idx="423">10.214</cx:pt>
          <cx:pt idx="424">4.6189999999999998</cx:pt>
          <cx:pt idx="425">5.0039999999999996</cx:pt>
          <cx:pt idx="426">5.6909999999999998</cx:pt>
          <cx:pt idx="427">4.0670000000000002</cx:pt>
          <cx:pt idx="428">4.7699999999999996</cx:pt>
          <cx:pt idx="429">5.7850000000000001</cx:pt>
          <cx:pt idx="430">4.8559999999999999</cx:pt>
          <cx:pt idx="431">5.5359999999999996</cx:pt>
          <cx:pt idx="432">14.465</cx:pt>
          <cx:pt idx="433">3.9729999999999999</cx:pt>
          <cx:pt idx="434">5.2649999999999997</cx:pt>
          <cx:pt idx="435">4.6230000000000002</cx:pt>
          <cx:pt idx="436">5.2409999999999997</cx:pt>
          <cx:pt idx="437">5.2720000000000002</cx:pt>
          <cx:pt idx="438">5.8410000000000002</cx:pt>
          <cx:pt idx="439">4.4400000000000004</cx:pt>
          <cx:pt idx="440">4.2990000000000004</cx:pt>
          <cx:pt idx="441">4.2670000000000003</cx:pt>
          <cx:pt idx="442">11.717000000000001</cx:pt>
          <cx:pt idx="443">5.7370000000000001</cx:pt>
          <cx:pt idx="444">4.9320000000000004</cx:pt>
          <cx:pt idx="445">11.303000000000001</cx:pt>
          <cx:pt idx="446">4.0549999999999997</cx:pt>
          <cx:pt idx="447">6.2329999999999997</cx:pt>
          <cx:pt idx="448">5.0439999999999996</cx:pt>
          <cx:pt idx="449">3.7679999999999998</cx:pt>
          <cx:pt idx="450">5.609</cx:pt>
          <cx:pt idx="451">5.1100000000000003</cx:pt>
          <cx:pt idx="452">3.4929999999999999</cx:pt>
          <cx:pt idx="453">6.3719999999999999</cx:pt>
          <cx:pt idx="454">5.7329999999999997</cx:pt>
          <cx:pt idx="455">4.2869999999999999</cx:pt>
          <cx:pt idx="456">7.444</cx:pt>
          <cx:pt idx="457">4.3319999999999999</cx:pt>
          <cx:pt idx="458">5.3330000000000002</cx:pt>
          <cx:pt idx="459">6.8019999999999996</cx:pt>
          <cx:pt idx="460">4.9809999999999999</cx:pt>
          <cx:pt idx="461">4.1230000000000002</cx:pt>
          <cx:pt idx="462">5.4930000000000003</cx:pt>
          <cx:pt idx="463">5.2000000000000002</cx:pt>
          <cx:pt idx="464">6.742</cx:pt>
          <cx:pt idx="465">5.242</cx:pt>
          <cx:pt idx="466">4.0439999999999996</cx:pt>
          <cx:pt idx="467">6.2409999999999997</cx:pt>
          <cx:pt idx="468">5.0439999999999996</cx:pt>
          <cx:pt idx="469">4.9619999999999997</cx:pt>
          <cx:pt idx="470">5.8410000000000002</cx:pt>
          <cx:pt idx="471">4.1310000000000002</cx:pt>
          <cx:pt idx="472">7.1660000000000004</cx:pt>
          <cx:pt idx="473">6.4000000000000004</cx:pt>
          <cx:pt idx="474">5.2640000000000002</cx:pt>
          <cx:pt idx="475">5.5010000000000003</cx:pt>
          <cx:pt idx="476">5.952</cx:pt>
          <cx:pt idx="477">4.2910000000000004</cx:pt>
          <cx:pt idx="478">3.4300000000000002</cx:pt>
          <cx:pt idx="479">5.0709999999999997</cx:pt>
          <cx:pt idx="480">4.1769999999999996</cx:pt>
          <cx:pt idx="481">4.173</cx:pt>
          <cx:pt idx="482">4.7939999999999996</cx:pt>
          <cx:pt idx="483">5.8609999999999998</cx:pt>
          <cx:pt idx="484">4.6399999999999997</cx:pt>
          <cx:pt idx="485">5.7960000000000003</cx:pt>
          <cx:pt idx="486">9.8399999999999999</cx:pt>
          <cx:pt idx="487">2.8940000000000001</cx:pt>
          <cx:pt idx="488">4.9169999999999998</cx:pt>
          <cx:pt idx="489">5.5330000000000004</cx:pt>
          <cx:pt idx="490">6.577</cx:pt>
          <cx:pt idx="491">9.5869999999999997</cx:pt>
          <cx:pt idx="492">5.3209999999999997</cx:pt>
          <cx:pt idx="493">6.0869999999999997</cx:pt>
          <cx:pt idx="494">5.0449999999999999</cx:pt>
          <cx:pt idx="495">5.1109999999999998</cx:pt>
          <cx:pt idx="496">7.0439999999999996</cx:pt>
          <cx:pt idx="497">3.6619999999999999</cx:pt>
          <cx:pt idx="498">5.6260000000000003</cx:pt>
          <cx:pt idx="499">9.1470000000000002</cx:pt>
          <cx:pt idx="500">7.6420000000000003</cx:pt>
          <cx:pt idx="501">4.7690000000000001</cx:pt>
          <cx:pt idx="502">9.157</cx:pt>
          <cx:pt idx="503">6.194</cx:pt>
          <cx:pt idx="504">5.1440000000000001</cx:pt>
          <cx:pt idx="505">6.8959999999999999</cx:pt>
          <cx:pt idx="506">5.5700000000000003</cx:pt>
          <cx:pt idx="507">6.6520000000000001</cx:pt>
          <cx:pt idx="508">5.3220000000000001</cx:pt>
          <cx:pt idx="509">6.9530000000000003</cx:pt>
          <cx:pt idx="510">6.0099999999999998</cx:pt>
          <cx:pt idx="511">4.593</cx:pt>
          <cx:pt idx="512">5.3970000000000002</cx:pt>
          <cx:pt idx="513">4.7990000000000004</cx:pt>
          <cx:pt idx="514">11.147</cx:pt>
          <cx:pt idx="515">6.3700000000000001</cx:pt>
          <cx:pt idx="516">4.6680000000000001</cx:pt>
          <cx:pt idx="517">5.0179999999999998</cx:pt>
          <cx:pt idx="518">6.2380000000000004</cx:pt>
          <cx:pt idx="519">6.0019999999999998</cx:pt>
          <cx:pt idx="520">4.335</cx:pt>
          <cx:pt idx="521">7.984</cx:pt>
          <cx:pt idx="522">7.1849999999999996</cx:pt>
          <cx:pt idx="523">10.872999999999999</cx:pt>
          <cx:pt idx="524">5.2939999999999996</cx:pt>
          <cx:pt idx="525">5.9589999999999996</cx:pt>
          <cx:pt idx="526">7.806</cx:pt>
          <cx:pt idx="527">7.5170000000000003</cx:pt>
          <cx:pt idx="528">13.282999999999999</cx:pt>
          <cx:pt idx="529">14.929</cx:pt>
          <cx:pt idx="530">6.3760000000000003</cx:pt>
          <cx:pt idx="531">9.5890000000000004</cx:pt>
          <cx:pt idx="532">7.5419999999999998</cx:pt>
          <cx:pt idx="533">4.5419999999999998</cx:pt>
          <cx:pt idx="534">6.2569999999999997</cx:pt>
          <cx:pt idx="535">6.1340000000000003</cx:pt>
          <cx:pt idx="536">6.7160000000000002</cx:pt>
          <cx:pt idx="537">5.2110000000000003</cx:pt>
          <cx:pt idx="538">6.016</cx:pt>
          <cx:pt idx="539">11.33</cx:pt>
          <cx:pt idx="540">4.0140000000000002</cx:pt>
          <cx:pt idx="541">9.5449999999999999</cx:pt>
          <cx:pt idx="542">3.8570000000000002</cx:pt>
          <cx:pt idx="543">5.5579999999999998</cx:pt>
          <cx:pt idx="544">5.5990000000000002</cx:pt>
          <cx:pt idx="545">10.640000000000001</cx:pt>
          <cx:pt idx="546">6.9299999999999997</cx:pt>
          <cx:pt idx="547">7.4820000000000002</cx:pt>
          <cx:pt idx="548">5.4880000000000004</cx:pt>
          <cx:pt idx="549">7.9299999999999997</cx:pt>
          <cx:pt idx="550">6.6070000000000002</cx:pt>
          <cx:pt idx="551">6.7279999999999998</cx:pt>
          <cx:pt idx="552">6.1639999999999997</cx:pt>
          <cx:pt idx="553">6.7460000000000004</cx:pt>
          <cx:pt idx="554">4.8300000000000001</cx:pt>
          <cx:pt idx="555">11.295</cx:pt>
          <cx:pt idx="556">7.774</cx:pt>
          <cx:pt idx="557">5.2750000000000004</cx:pt>
          <cx:pt idx="558">7.0129999999999999</cx:pt>
          <cx:pt idx="559">7.8360000000000003</cx:pt>
          <cx:pt idx="560">5.2610000000000001</cx:pt>
          <cx:pt idx="561">7.6529999999999996</cx:pt>
          <cx:pt idx="562">6.5919999999999996</cx:pt>
          <cx:pt idx="563">6.5789999999999997</cx:pt>
          <cx:pt idx="564">22.311</cx:pt>
          <cx:pt idx="565">4.6559999999999997</cx:pt>
          <cx:pt idx="566">4.1260000000000003</cx:pt>
          <cx:pt idx="567">6.8940000000000001</cx:pt>
          <cx:pt idx="568">6.6760000000000002</cx:pt>
          <cx:pt idx="569">10.257999999999999</cx:pt>
          <cx:pt idx="570">6.3789999999999996</cx:pt>
          <cx:pt idx="571">7.1820000000000004</cx:pt>
          <cx:pt idx="572">6.3010000000000002</cx:pt>
          <cx:pt idx="573">6.6639999999999997</cx:pt>
          <cx:pt idx="574">9.1419999999999995</cx:pt>
          <cx:pt idx="575">6.4000000000000004</cx:pt>
          <cx:pt idx="576">9.6129999999999995</cx:pt>
          <cx:pt idx="577">10.795999999999999</cx:pt>
          <cx:pt idx="578">6.9409999999999998</cx:pt>
          <cx:pt idx="579">5.6619999999999999</cx:pt>
          <cx:pt idx="580">8.2669999999999995</cx:pt>
          <cx:pt idx="581">15.432</cx:pt>
          <cx:pt idx="582">4.4489999999999998</cx:pt>
          <cx:pt idx="583">8.4250000000000007</cx:pt>
          <cx:pt idx="584">7.032</cx:pt>
          <cx:pt idx="585">5.3230000000000004</cx:pt>
          <cx:pt idx="586">5.5330000000000004</cx:pt>
          <cx:pt idx="587">7.3470000000000004</cx:pt>
          <cx:pt idx="588">4.9669999999999996</cx:pt>
          <cx:pt idx="589">7.399</cx:pt>
          <cx:pt idx="590">7.4210000000000003</cx:pt>
          <cx:pt idx="591">4.2759999999999998</cx:pt>
          <cx:pt idx="592">12.183</cx:pt>
          <cx:pt idx="593">6.1280000000000001</cx:pt>
          <cx:pt idx="594">8.2919999999999998</cx:pt>
          <cx:pt idx="595">13.374000000000001</cx:pt>
          <cx:pt idx="596">12.842000000000001</cx:pt>
          <cx:pt idx="597">12.566000000000001</cx:pt>
          <cx:pt idx="598">6.8170000000000002</cx:pt>
          <cx:pt idx="599">7.6749999999999998</cx:pt>
          <cx:pt idx="600">6.6120000000000001</cx:pt>
          <cx:pt idx="601">10.759</cx:pt>
          <cx:pt idx="602">6.3330000000000002</cx:pt>
          <cx:pt idx="603">10.336</cx:pt>
          <cx:pt idx="604">7.4720000000000004</cx:pt>
          <cx:pt idx="605">5.5990000000000002</cx:pt>
          <cx:pt idx="606">8.3979999999999997</cx:pt>
          <cx:pt idx="607">13.189</cx:pt>
          <cx:pt idx="608">6.0220000000000002</cx:pt>
          <cx:pt idx="609">8.0660000000000007</cx:pt>
          <cx:pt idx="610">7.0720000000000001</cx:pt>
          <cx:pt idx="611">7.0810000000000004</cx:pt>
          <cx:pt idx="612">7.2679999999999998</cx:pt>
          <cx:pt idx="613">7.851</cx:pt>
          <cx:pt idx="614">12.173999999999999</cx:pt>
          <cx:pt idx="615">7.4160000000000004</cx:pt>
          <cx:pt idx="616">8.0069999999999997</cx:pt>
          <cx:pt idx="617">8.0730000000000004</cx:pt>
          <cx:pt idx="618">7.6070000000000002</cx:pt>
          <cx:pt idx="619">6.0090000000000003</cx:pt>
          <cx:pt idx="620">6.1050000000000004</cx:pt>
          <cx:pt idx="621">9.0259999999999998</cx:pt>
          <cx:pt idx="622">7.0250000000000004</cx:pt>
          <cx:pt idx="623">11.726000000000001</cx:pt>
          <cx:pt idx="624">5.6159999999999997</cx:pt>
          <cx:pt idx="625">9.2159999999999993</cx:pt>
          <cx:pt idx="626">8.9849999999999994</cx:pt>
          <cx:pt idx="627">10.906000000000001</cx:pt>
          <cx:pt idx="628">10.625999999999999</cx:pt>
          <cx:pt idx="629">5.8239999999999998</cx:pt>
          <cx:pt idx="630">8.7479999999999993</cx:pt>
          <cx:pt idx="631">9.6039999999999992</cx:pt>
          <cx:pt idx="632">20.666</cx:pt>
          <cx:pt idx="633">6.9580000000000002</cx:pt>
          <cx:pt idx="634">7.3040000000000003</cx:pt>
          <cx:pt idx="635">7.6520000000000001</cx:pt>
          <cx:pt idx="636">6.3399999999999999</cx:pt>
          <cx:pt idx="637">15.43</cx:pt>
          <cx:pt idx="638">7.7720000000000002</cx:pt>
          <cx:pt idx="639">10.853999999999999</cx:pt>
          <cx:pt idx="640">8.6579999999999995</cx:pt>
          <cx:pt idx="641">8.423</cx:pt>
          <cx:pt idx="642">6.351</cx:pt>
          <cx:pt idx="643">9.4179999999999993</cx:pt>
          <cx:pt idx="644">6.75</cx:pt>
          <cx:pt idx="645">6.8449999999999998</cx:pt>
          <cx:pt idx="646">5.3140000000000001</cx:pt>
          <cx:pt idx="647">6.931</cx:pt>
          <cx:pt idx="648">7.9199999999999999</cx:pt>
          <cx:pt idx="649">12.18</cx:pt>
          <cx:pt idx="650">9.5969999999999995</cx:pt>
          <cx:pt idx="651">10.699999999999999</cx:pt>
          <cx:pt idx="652">8.1609999999999996</cx:pt>
          <cx:pt idx="653">11.303000000000001</cx:pt>
          <cx:pt idx="654">11.956</cx:pt>
          <cx:pt idx="655">5.3780000000000001</cx:pt>
          <cx:pt idx="656">8.7720000000000002</cx:pt>
          <cx:pt idx="657">7.3949999999999996</cx:pt>
          <cx:pt idx="658">10.178000000000001</cx:pt>
          <cx:pt idx="659">9.9969999999999999</cx:pt>
          <cx:pt idx="660">25.582999999999998</cx:pt>
          <cx:pt idx="661">8.673</cx:pt>
          <cx:pt idx="662">8.734</cx:pt>
          <cx:pt idx="663">8.9550000000000001</cx:pt>
          <cx:pt idx="664">6.6200000000000001</cx:pt>
          <cx:pt idx="665">17.009</cx:pt>
          <cx:pt idx="666">22.565999999999999</cx:pt>
          <cx:pt idx="667">8.5229999999999997</cx:pt>
          <cx:pt idx="668">7.2210000000000001</cx:pt>
          <cx:pt idx="669">8.173</cx:pt>
          <cx:pt idx="670">21.486999999999998</cx:pt>
          <cx:pt idx="671">9.3599999999999994</cx:pt>
          <cx:pt idx="672">9.6820000000000004</cx:pt>
          <cx:pt idx="673">9.0129999999999999</cx:pt>
          <cx:pt idx="674">18.414999999999999</cx:pt>
          <cx:pt idx="675">10.291</cx:pt>
          <cx:pt idx="676">9.0850000000000009</cx:pt>
          <cx:pt idx="677">10.707000000000001</cx:pt>
          <cx:pt idx="678">12.071999999999999</cx:pt>
          <cx:pt idx="679">13.858000000000001</cx:pt>
          <cx:pt idx="680">19.408000000000001</cx:pt>
          <cx:pt idx="681">12.734</cx:pt>
          <cx:pt idx="682">8.8930000000000007</cx:pt>
          <cx:pt idx="683">11.163</cx:pt>
          <cx:pt idx="684">16.091999999999999</cx:pt>
          <cx:pt idx="685">8.9559999999999995</cx:pt>
          <cx:pt idx="686">10.111000000000001</cx:pt>
          <cx:pt idx="687">8.016</cx:pt>
          <cx:pt idx="688">11.662000000000001</cx:pt>
          <cx:pt idx="689">6.7969999999999997</cx:pt>
          <cx:pt idx="690">10.021000000000001</cx:pt>
          <cx:pt idx="691">7.5620000000000003</cx:pt>
          <cx:pt idx="692">17.672999999999998</cx:pt>
          <cx:pt idx="693">8.9160000000000004</cx:pt>
          <cx:pt idx="694">14.795999999999999</cx:pt>
          <cx:pt idx="695">10.702</cx:pt>
          <cx:pt idx="696">3.7509999999999999</cx:pt>
          <cx:pt idx="697">8.8900000000000006</cx:pt>
          <cx:pt idx="698">12.349</cx:pt>
          <cx:pt idx="699">10.058</cx:pt>
          <cx:pt idx="700">9.9000000000000004</cx:pt>
          <cx:pt idx="701">12.231</cx:pt>
          <cx:pt idx="702">8.6579999999999995</cx:pt>
          <cx:pt idx="703">11.141</cx:pt>
          <cx:pt idx="704">10.023</cx:pt>
          <cx:pt idx="705">9.4190000000000005</cx:pt>
          <cx:pt idx="706">11.489000000000001</cx:pt>
          <cx:pt idx="707">10.305999999999999</cx:pt>
          <cx:pt idx="708">10.428000000000001</cx:pt>
          <cx:pt idx="709">14.593</cx:pt>
          <cx:pt idx="710">9.6579999999999995</cx:pt>
          <cx:pt idx="711">10.59</cx:pt>
          <cx:pt idx="712">11.98</cx:pt>
          <cx:pt idx="713">7.3399999999999999</cx:pt>
          <cx:pt idx="714">16.855</cx:pt>
          <cx:pt idx="715">12.446999999999999</cx:pt>
          <cx:pt idx="716">10.202999999999999</cx:pt>
          <cx:pt idx="717">15.342000000000001</cx:pt>
          <cx:pt idx="718">16.07</cx:pt>
          <cx:pt idx="719">15.771000000000001</cx:pt>
          <cx:pt idx="720">18.074999999999999</cx:pt>
          <cx:pt idx="721">28.058</cx:pt>
          <cx:pt idx="722">20.279</cx:pt>
          <cx:pt idx="723">14.398</cx:pt>
          <cx:pt idx="724">23.832000000000001</cx:pt>
          <cx:pt idx="725">34.868000000000002</cx:pt>
          <cx:pt idx="726">24.494</cx:pt>
          <cx:pt idx="727">20.428000000000001</cx:pt>
          <cx:pt idx="728">20.837</cx:pt>
          <cx:pt idx="729">44.351999999999997</cx:pt>
          <cx:pt idx="730">14.403</cx:pt>
          <cx:pt idx="731">14.49</cx:pt>
          <cx:pt idx="732">15.722</cx:pt>
          <cx:pt idx="733">18.402000000000001</cx:pt>
          <cx:pt idx="734">27.417999999999999</cx:pt>
          <cx:pt idx="735">28.594999999999999</cx:pt>
          <cx:pt idx="736">8.0380000000000003</cx:pt>
        </cx:lvl>
      </cx:numDim>
    </cx:data>
  </cx:chartData>
  <cx:chart>
    <cx:title pos="t" align="ctr" overlay="0">
      <cx:tx>
        <cx:txData>
          <cx:v>Height</cx:v>
        </cx:txData>
      </cx:tx>
      <cx:txPr>
        <a:bodyPr spcFirstLastPara="1" vertOverflow="ellipsis" horzOverflow="overflow" wrap="square" lIns="0" tIns="0" rIns="0" bIns="0" anchor="ctr" anchorCtr="1"/>
        <a:lstStyle/>
        <a:p>
          <a:pPr algn="ctr" rtl="0">
            <a:defRPr/>
          </a:pPr>
          <a:r>
            <a:rPr lang="en-US" sz="1400" b="0" i="0" u="none" strike="noStrike" baseline="0">
              <a:solidFill>
                <a:sysClr val="windowText" lastClr="000000">
                  <a:lumMod val="65000"/>
                  <a:lumOff val="35000"/>
                </a:sysClr>
              </a:solidFill>
              <a:latin typeface="Aptos Narrow" panose="02110004020202020204"/>
            </a:rPr>
            <a:t>Height</a:t>
          </a:r>
        </a:p>
      </cx:txPr>
    </cx:title>
    <cx:plotArea>
      <cx:plotAreaRegion>
        <cx:series layoutId="clusteredColumn" uniqueId="{3CCBE0D4-7178-4159-B80D-C3BA56046D8D}">
          <cx:tx>
            <cx:txData>
              <cx:f>'leave edited'!$G$1</cx:f>
              <cx:v>Height (mm)</cx:v>
            </cx:txData>
          </cx:tx>
          <cx:dataLabels/>
          <cx:dataId val="0"/>
          <cx:layoutPr>
            <cx:binning intervalClosed="r" underflow="0" overflow="20">
              <cx:binCount val="30"/>
            </cx:binning>
          </cx:layoutPr>
        </cx:series>
      </cx:plotAreaRegion>
      <cx:axis id="0">
        <cx:catScaling gapWidth="0"/>
        <cx:tickLabels/>
        <cx:numFmt formatCode="#,##0.0" sourceLinked="0"/>
      </cx:axis>
      <cx:axis id="1">
        <cx:valScaling/>
        <cx:majorGridlines/>
        <cx:tickLabels/>
      </cx:axis>
    </cx:plotArea>
  </cx:chart>
</cx:chartSpace>
</file>

<file path=ppt/charts/chartEx10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numDim type="val">
        <cx:f>'no leave edited'!$G$2:$G$718</cx:f>
        <cx:lvl ptCount="717" formatCode="General">
          <cx:pt idx="0">1.972</cx:pt>
          <cx:pt idx="1">1.593</cx:pt>
          <cx:pt idx="2">1.575</cx:pt>
          <cx:pt idx="3">1.736</cx:pt>
          <cx:pt idx="4">1.903</cx:pt>
          <cx:pt idx="5">1.962</cx:pt>
          <cx:pt idx="6">2.1219999999999999</cx:pt>
          <cx:pt idx="7">1.407</cx:pt>
          <cx:pt idx="8">1.9470000000000001</cx:pt>
          <cx:pt idx="9">2.0569999999999999</cx:pt>
          <cx:pt idx="10">2.089</cx:pt>
          <cx:pt idx="11">2.2429999999999999</cx:pt>
          <cx:pt idx="12">2.8210000000000002</cx:pt>
          <cx:pt idx="13">1.3620000000000001</cx:pt>
          <cx:pt idx="14">1.581</cx:pt>
          <cx:pt idx="15">1.8400000000000001</cx:pt>
          <cx:pt idx="16">2.8620000000000001</cx:pt>
          <cx:pt idx="17">3.2360000000000002</cx:pt>
          <cx:pt idx="18">3.4199999999999999</cx:pt>
          <cx:pt idx="19">3.996</cx:pt>
          <cx:pt idx="20">4.4900000000000002</cx:pt>
          <cx:pt idx="21">1.8839999999999999</cx:pt>
          <cx:pt idx="22">1.8939999999999999</cx:pt>
          <cx:pt idx="23">1.9059999999999999</cx:pt>
          <cx:pt idx="24">2.0950000000000002</cx:pt>
          <cx:pt idx="25">2.149</cx:pt>
          <cx:pt idx="26">2.1739999999999999</cx:pt>
          <cx:pt idx="27">2.1859999999999999</cx:pt>
          <cx:pt idx="28">2.532</cx:pt>
          <cx:pt idx="29">2.5369999999999999</cx:pt>
          <cx:pt idx="30">3.3420000000000001</cx:pt>
          <cx:pt idx="31">3.395</cx:pt>
          <cx:pt idx="32">4.1100000000000003</cx:pt>
          <cx:pt idx="33">1.732</cx:pt>
          <cx:pt idx="34">1.9139999999999999</cx:pt>
          <cx:pt idx="35">2.0059999999999998</cx:pt>
          <cx:pt idx="36">2.254</cx:pt>
          <cx:pt idx="37">2.266</cx:pt>
          <cx:pt idx="38">2.3690000000000002</cx:pt>
          <cx:pt idx="39">2.3690000000000002</cx:pt>
          <cx:pt idx="40">2.4199999999999999</cx:pt>
          <cx:pt idx="41">2.5419999999999998</cx:pt>
          <cx:pt idx="42">2.6389999999999998</cx:pt>
          <cx:pt idx="43">2.98</cx:pt>
          <cx:pt idx="44">3.1019999999999999</cx:pt>
          <cx:pt idx="45">3.1320000000000001</cx:pt>
          <cx:pt idx="46">7.1820000000000004</cx:pt>
          <cx:pt idx="47">1.7609999999999999</cx:pt>
          <cx:pt idx="48">2.0710000000000002</cx:pt>
          <cx:pt idx="49">2.2599999999999998</cx:pt>
          <cx:pt idx="50">2.3860000000000001</cx:pt>
          <cx:pt idx="51">2.5579999999999998</cx:pt>
          <cx:pt idx="52">2.976</cx:pt>
          <cx:pt idx="53">3.0859999999999999</cx:pt>
          <cx:pt idx="54">3.5289999999999999</cx:pt>
          <cx:pt idx="55">3.7200000000000002</cx:pt>
          <cx:pt idx="56">1.8320000000000001</cx:pt>
          <cx:pt idx="57">1.9219999999999999</cx:pt>
          <cx:pt idx="58">1.9419999999999999</cx:pt>
          <cx:pt idx="59">2.6520000000000001</cx:pt>
          <cx:pt idx="60">2.782</cx:pt>
          <cx:pt idx="61">2.9980000000000002</cx:pt>
          <cx:pt idx="62">3.181</cx:pt>
          <cx:pt idx="63">4.3899999999999997</cx:pt>
          <cx:pt idx="64">5.6399999999999997</cx:pt>
          <cx:pt idx="65">2.3180000000000001</cx:pt>
          <cx:pt idx="66">2.6379999999999999</cx:pt>
          <cx:pt idx="67">2.9470000000000001</cx:pt>
          <cx:pt idx="68">3.4119999999999999</cx:pt>
          <cx:pt idx="69">3.8250000000000002</cx:pt>
          <cx:pt idx="70">5.0270000000000001</cx:pt>
          <cx:pt idx="71">2.2759999999999998</cx:pt>
          <cx:pt idx="72">2.4969999999999999</cx:pt>
          <cx:pt idx="73">2.5289999999999999</cx:pt>
          <cx:pt idx="74">2.5830000000000002</cx:pt>
          <cx:pt idx="75">2.73</cx:pt>
          <cx:pt idx="76">2.9119999999999999</cx:pt>
          <cx:pt idx="77">3.4700000000000002</cx:pt>
          <cx:pt idx="78">3.552</cx:pt>
          <cx:pt idx="79">3.6309999999999998</cx:pt>
          <cx:pt idx="80">3.6339999999999999</cx:pt>
          <cx:pt idx="81">4.5940000000000003</cx:pt>
          <cx:pt idx="82">2.0880000000000001</cx:pt>
          <cx:pt idx="83">2.4470000000000001</cx:pt>
          <cx:pt idx="84">2.492</cx:pt>
          <cx:pt idx="85">3.012</cx:pt>
          <cx:pt idx="86">3.1429999999999998</cx:pt>
          <cx:pt idx="87">4.2990000000000004</cx:pt>
          <cx:pt idx="88">5.7089999999999996</cx:pt>
          <cx:pt idx="89">2.024</cx:pt>
          <cx:pt idx="90">2.8900000000000001</cx:pt>
          <cx:pt idx="91">3.968</cx:pt>
          <cx:pt idx="92">5.3970000000000002</cx:pt>
          <cx:pt idx="93">2.2290000000000001</cx:pt>
          <cx:pt idx="94">2.6989999999999998</cx:pt>
          <cx:pt idx="95">2.9500000000000002</cx:pt>
          <cx:pt idx="96">3.2719999999999998</cx:pt>
          <cx:pt idx="97">3.3929999999999998</cx:pt>
          <cx:pt idx="98">3.5009999999999999</cx:pt>
          <cx:pt idx="99">3.5369999999999999</cx:pt>
          <cx:pt idx="100">3.718</cx:pt>
          <cx:pt idx="101">3.7549999999999999</cx:pt>
          <cx:pt idx="102">2.2589999999999999</cx:pt>
          <cx:pt idx="103">2.6930000000000001</cx:pt>
          <cx:pt idx="104">2.875</cx:pt>
          <cx:pt idx="105">2.883</cx:pt>
          <cx:pt idx="106">2.891</cx:pt>
          <cx:pt idx="107">3.0960000000000001</cx:pt>
          <cx:pt idx="108">3.3900000000000001</cx:pt>
          <cx:pt idx="109">3.3969999999999998</cx:pt>
          <cx:pt idx="110">3.468</cx:pt>
          <cx:pt idx="111">3.8679999999999999</cx:pt>
          <cx:pt idx="112">4.8010000000000002</cx:pt>
          <cx:pt idx="113">5.1639999999999997</cx:pt>
          <cx:pt idx="114">2.3759999999999999</cx:pt>
          <cx:pt idx="115">3.2450000000000001</cx:pt>
          <cx:pt idx="116">3.383</cx:pt>
          <cx:pt idx="117">3.5419999999999998</cx:pt>
          <cx:pt idx="118">3.7759999999999998</cx:pt>
          <cx:pt idx="119">3.9180000000000001</cx:pt>
          <cx:pt idx="120">4.9500000000000002</cx:pt>
          <cx:pt idx="121">6.3010000000000002</cx:pt>
          <cx:pt idx="122">2.3780000000000001</cx:pt>
          <cx:pt idx="123">2.8759999999999999</cx:pt>
          <cx:pt idx="124">3.2349999999999999</cx:pt>
          <cx:pt idx="125">3.2719999999999998</cx:pt>
          <cx:pt idx="126">3.2930000000000001</cx:pt>
          <cx:pt idx="127">3.298</cx:pt>
          <cx:pt idx="128">4.1059999999999999</cx:pt>
          <cx:pt idx="129">4.3719999999999999</cx:pt>
          <cx:pt idx="130">4.4779999999999998</cx:pt>
          <cx:pt idx="131">4.484</cx:pt>
          <cx:pt idx="132">4.7649999999999997</cx:pt>
          <cx:pt idx="133">2.895</cx:pt>
          <cx:pt idx="134">3.02</cx:pt>
          <cx:pt idx="135">3.044</cx:pt>
          <cx:pt idx="136">3.1259999999999999</cx:pt>
          <cx:pt idx="137">3.2200000000000002</cx:pt>
          <cx:pt idx="138">3.234</cx:pt>
          <cx:pt idx="139">3.3719999999999999</cx:pt>
          <cx:pt idx="140">3.452</cx:pt>
          <cx:pt idx="141">3.5089999999999999</cx:pt>
          <cx:pt idx="142">3.847</cx:pt>
          <cx:pt idx="143">4.992</cx:pt>
          <cx:pt idx="144">6.4109999999999996</cx:pt>
          <cx:pt idx="145">2.855</cx:pt>
          <cx:pt idx="146">3.339</cx:pt>
          <cx:pt idx="147">3.452</cx:pt>
          <cx:pt idx="148">3.4580000000000002</cx:pt>
          <cx:pt idx="149">3.5840000000000001</cx:pt>
          <cx:pt idx="150">3.8370000000000002</cx:pt>
          <cx:pt idx="151">4.0330000000000004</cx:pt>
          <cx:pt idx="152">4.0389999999999997</cx:pt>
          <cx:pt idx="153">2.907</cx:pt>
          <cx:pt idx="154">3.1429999999999998</cx:pt>
          <cx:pt idx="155">3.6280000000000001</cx:pt>
          <cx:pt idx="156">3.6890000000000001</cx:pt>
          <cx:pt idx="157">3.9510000000000001</cx:pt>
          <cx:pt idx="158">4.2859999999999996</cx:pt>
          <cx:pt idx="159">4.4269999999999996</cx:pt>
          <cx:pt idx="160">7.4619999999999997</cx:pt>
          <cx:pt idx="161">2.7879999999999998</cx:pt>
          <cx:pt idx="162">2.9430000000000001</cx:pt>
          <cx:pt idx="163">3.1040000000000001</cx:pt>
          <cx:pt idx="164">3.2269999999999999</cx:pt>
          <cx:pt idx="165">3.2919999999999998</cx:pt>
          <cx:pt idx="166">3.391</cx:pt>
          <cx:pt idx="167">3.7200000000000002</cx:pt>
          <cx:pt idx="168">3.9529999999999998</cx:pt>
          <cx:pt idx="169">4.0330000000000004</cx:pt>
          <cx:pt idx="170">4.7089999999999996</cx:pt>
          <cx:pt idx="171">4.7640000000000002</cx:pt>
          <cx:pt idx="172">5</cx:pt>
          <cx:pt idx="173">5.4349999999999996</cx:pt>
          <cx:pt idx="174">6.79</cx:pt>
          <cx:pt idx="175">2.8650000000000002</cx:pt>
          <cx:pt idx="176">3.5070000000000001</cx:pt>
          <cx:pt idx="177">3.5169999999999999</cx:pt>
          <cx:pt idx="178">3.5910000000000002</cx:pt>
          <cx:pt idx="179">3.7160000000000002</cx:pt>
          <cx:pt idx="180">3.77</cx:pt>
          <cx:pt idx="181">3.9729999999999999</cx:pt>
          <cx:pt idx="182">4.0069999999999997</cx:pt>
          <cx:pt idx="183">4.21</cx:pt>
          <cx:pt idx="184">5.8959999999999999</cx:pt>
          <cx:pt idx="185">1.952</cx:pt>
          <cx:pt idx="186">2.694</cx:pt>
          <cx:pt idx="187">2.8530000000000002</cx:pt>
          <cx:pt idx="188">3.4870000000000001</cx:pt>
          <cx:pt idx="189">3.9460000000000002</cx:pt>
          <cx:pt idx="190">3.9569999999999999</cx:pt>
          <cx:pt idx="191">4.1840000000000002</cx:pt>
          <cx:pt idx="192">4.7169999999999996</cx:pt>
          <cx:pt idx="193">3.4580000000000002</cx:pt>
          <cx:pt idx="194">3.7570000000000001</cx:pt>
          <cx:pt idx="195">3.9129999999999998</cx:pt>
          <cx:pt idx="196">4.2709999999999999</cx:pt>
          <cx:pt idx="197">4.7590000000000003</cx:pt>
          <cx:pt idx="198">4.7939999999999996</cx:pt>
          <cx:pt idx="199">3.4569999999999999</cx:pt>
          <cx:pt idx="200">3.6680000000000001</cx:pt>
          <cx:pt idx="201">4.3170000000000002</cx:pt>
          <cx:pt idx="202">4.5039999999999996</cx:pt>
          <cx:pt idx="203">6.5250000000000004</cx:pt>
          <cx:pt idx="204">3.734</cx:pt>
          <cx:pt idx="205">3.819</cx:pt>
          <cx:pt idx="206">4.1639999999999997</cx:pt>
          <cx:pt idx="207">4.4580000000000002</cx:pt>
          <cx:pt idx="208">5.4690000000000003</cx:pt>
          <cx:pt idx="209">5.7270000000000003</cx:pt>
          <cx:pt idx="210">3.0699999999999998</cx:pt>
          <cx:pt idx="211">3.0950000000000002</cx:pt>
          <cx:pt idx="212">3.141</cx:pt>
          <cx:pt idx="213">3.3929999999999998</cx:pt>
          <cx:pt idx="214">3.6099999999999999</cx:pt>
          <cx:pt idx="215">3.6970000000000001</cx:pt>
          <cx:pt idx="216">4.4390000000000001</cx:pt>
          <cx:pt idx="217">6.1920000000000002</cx:pt>
          <cx:pt idx="218">3.3370000000000002</cx:pt>
          <cx:pt idx="219">3.6080000000000001</cx:pt>
          <cx:pt idx="220">3.7389999999999999</cx:pt>
          <cx:pt idx="221">3.895</cx:pt>
          <cx:pt idx="222">4.109</cx:pt>
          <cx:pt idx="223">4.2389999999999999</cx:pt>
          <cx:pt idx="224">5.9539999999999997</cx:pt>
          <cx:pt idx="225">6.4550000000000001</cx:pt>
          <cx:pt idx="226">6.984</cx:pt>
          <cx:pt idx="227">3.226</cx:pt>
          <cx:pt idx="228">3.8889999999999998</cx:pt>
          <cx:pt idx="229">4.5149999999999997</cx:pt>
          <cx:pt idx="230">4.5679999999999996</cx:pt>
          <cx:pt idx="231">9.2560000000000002</cx:pt>
          <cx:pt idx="232">2.9670000000000001</cx:pt>
          <cx:pt idx="233">3.2749999999999999</cx:pt>
          <cx:pt idx="234">3.335</cx:pt>
          <cx:pt idx="235">3.5179999999999998</cx:pt>
          <cx:pt idx="236">4.1829999999999998</cx:pt>
          <cx:pt idx="237">4.4340000000000002</cx:pt>
          <cx:pt idx="238">4.4829999999999997</cx:pt>
          <cx:pt idx="239">5.6950000000000003</cx:pt>
          <cx:pt idx="240">3.0179999999999998</cx:pt>
          <cx:pt idx="241">3.444</cx:pt>
          <cx:pt idx="242">3.4830000000000001</cx:pt>
          <cx:pt idx="243">3.9590000000000001</cx:pt>
          <cx:pt idx="244">4.54</cx:pt>
          <cx:pt idx="245">5.0369999999999999</cx:pt>
          <cx:pt idx="246">3.7949999999999999</cx:pt>
          <cx:pt idx="247">4.976</cx:pt>
          <cx:pt idx="248">5.6299999999999999</cx:pt>
          <cx:pt idx="249">7.8840000000000003</cx:pt>
          <cx:pt idx="250">3.8079999999999998</cx:pt>
          <cx:pt idx="251">4.5860000000000003</cx:pt>
          <cx:pt idx="252">4.7850000000000001</cx:pt>
          <cx:pt idx="253">3.4180000000000001</cx:pt>
          <cx:pt idx="254">3.46</cx:pt>
          <cx:pt idx="255">5.1879999999999997</cx:pt>
          <cx:pt idx="256">5.9720000000000004</cx:pt>
          <cx:pt idx="257">5.976</cx:pt>
          <cx:pt idx="258">2.5870000000000002</cx:pt>
          <cx:pt idx="259">3.7400000000000002</cx:pt>
          <cx:pt idx="260">4.319</cx:pt>
          <cx:pt idx="261">4.3789999999999996</cx:pt>
          <cx:pt idx="262">4.4039999999999999</cx:pt>
          <cx:pt idx="263">4.4660000000000002</cx:pt>
          <cx:pt idx="264">5.2919999999999998</cx:pt>
          <cx:pt idx="265">5.5780000000000003</cx:pt>
          <cx:pt idx="266">2.9630000000000001</cx:pt>
          <cx:pt idx="267">3.698</cx:pt>
          <cx:pt idx="268">4.1710000000000003</cx:pt>
          <cx:pt idx="269">4.1909999999999998</cx:pt>
          <cx:pt idx="270">4.306</cx:pt>
          <cx:pt idx="271">4.9290000000000003</cx:pt>
          <cx:pt idx="272">5.2279999999999998</cx:pt>
          <cx:pt idx="273">5.3289999999999997</cx:pt>
          <cx:pt idx="274">3.2010000000000001</cx:pt>
          <cx:pt idx="275">3.5649999999999999</cx:pt>
          <cx:pt idx="276">3.8500000000000001</cx:pt>
          <cx:pt idx="277">4.2210000000000001</cx:pt>
          <cx:pt idx="278">4.6299999999999999</cx:pt>
          <cx:pt idx="279">6.2409999999999997</cx:pt>
          <cx:pt idx="280">8.7219999999999995</cx:pt>
          <cx:pt idx="281">3.6760000000000002</cx:pt>
          <cx:pt idx="282">4.032</cx:pt>
          <cx:pt idx="283">4.6180000000000003</cx:pt>
          <cx:pt idx="284">5.5750000000000002</cx:pt>
          <cx:pt idx="285">8.2739999999999991</cx:pt>
          <cx:pt idx="286">3.399</cx:pt>
          <cx:pt idx="287">4.431</cx:pt>
          <cx:pt idx="288">4.8940000000000001</cx:pt>
          <cx:pt idx="289">6.0720000000000001</cx:pt>
          <cx:pt idx="290">6.7619999999999996</cx:pt>
          <cx:pt idx="291">4.1550000000000002</cx:pt>
          <cx:pt idx="292">4.3380000000000001</cx:pt>
          <cx:pt idx="293">4.4279999999999999</cx:pt>
          <cx:pt idx="294">5.0990000000000002</cx:pt>
          <cx:pt idx="295">4.5279999999999996</cx:pt>
          <cx:pt idx="296">4.5739999999999998</cx:pt>
          <cx:pt idx="297">4.024</cx:pt>
          <cx:pt idx="298">4.6619999999999999</cx:pt>
          <cx:pt idx="299">5.6319999999999997</cx:pt>
          <cx:pt idx="300">6.0730000000000004</cx:pt>
          <cx:pt idx="301">7.79</cx:pt>
          <cx:pt idx="302">4.3559999999999999</cx:pt>
          <cx:pt idx="303">4.4870000000000001</cx:pt>
          <cx:pt idx="304">4.9340000000000002</cx:pt>
          <cx:pt idx="305">5.6639999999999997</cx:pt>
          <cx:pt idx="306">4.1159999999999997</cx:pt>
          <cx:pt idx="307">4.617</cx:pt>
          <cx:pt idx="308">5.3449999999999998</cx:pt>
          <cx:pt idx="309">4.3010000000000002</cx:pt>
          <cx:pt idx="310">4.7510000000000003</cx:pt>
          <cx:pt idx="311">4.7729999999999997</cx:pt>
          <cx:pt idx="312">4.8659999999999997</cx:pt>
          <cx:pt idx="313">4.1890000000000001</cx:pt>
          <cx:pt idx="314">4.3550000000000004</cx:pt>
          <cx:pt idx="315">4.6319999999999997</cx:pt>
          <cx:pt idx="316">4.657</cx:pt>
          <cx:pt idx="317">4.7309999999999999</cx:pt>
          <cx:pt idx="318">4.7690000000000001</cx:pt>
          <cx:pt idx="319">5.6909999999999998</cx:pt>
          <cx:pt idx="320">5.1139999999999999</cx:pt>
          <cx:pt idx="321">3.6629999999999998</cx:pt>
          <cx:pt idx="322">4.5039999999999996</cx:pt>
          <cx:pt idx="323">4.6699999999999999</cx:pt>
          <cx:pt idx="324">4.4779999999999998</cx:pt>
          <cx:pt idx="325">4.4829999999999997</cx:pt>
          <cx:pt idx="326">5.0069999999999997</cx:pt>
          <cx:pt idx="327">5.5359999999999996</cx:pt>
          <cx:pt idx="328">5.5670000000000002</cx:pt>
          <cx:pt idx="329">3.6589999999999998</cx:pt>
          <cx:pt idx="330">4</cx:pt>
          <cx:pt idx="331">4.3730000000000002</cx:pt>
          <cx:pt idx="332">5.024</cx:pt>
          <cx:pt idx="333">5.391</cx:pt>
          <cx:pt idx="334">5.601</cx:pt>
          <cx:pt idx="335">5.6989999999999998</cx:pt>
          <cx:pt idx="336">8.8330000000000002</cx:pt>
          <cx:pt idx="337">4.2610000000000001</cx:pt>
          <cx:pt idx="338">5.2629999999999999</cx:pt>
          <cx:pt idx="339">5.5659999999999998</cx:pt>
          <cx:pt idx="340">3.8359999999999999</cx:pt>
          <cx:pt idx="341">4.1239999999999997</cx:pt>
          <cx:pt idx="342">4.4569999999999999</cx:pt>
          <cx:pt idx="343">4.6799999999999997</cx:pt>
          <cx:pt idx="344">4.7519999999999998</cx:pt>
          <cx:pt idx="345">5.1299999999999999</cx:pt>
          <cx:pt idx="346">5.5640000000000001</cx:pt>
          <cx:pt idx="347">3.524</cx:pt>
          <cx:pt idx="348">5.5789999999999997</cx:pt>
          <cx:pt idx="349">7.6479999999999997</cx:pt>
          <cx:pt idx="350">3.2759999999999998</cx:pt>
          <cx:pt idx="351">4.2619999999999996</cx:pt>
          <cx:pt idx="352">4.5720000000000001</cx:pt>
          <cx:pt idx="353">4.625</cx:pt>
          <cx:pt idx="354">5.992</cx:pt>
          <cx:pt idx="355">6.9880000000000004</cx:pt>
          <cx:pt idx="356">7.6529999999999996</cx:pt>
          <cx:pt idx="357">4.226</cx:pt>
          <cx:pt idx="358">4.3979999999999997</cx:pt>
          <cx:pt idx="359">4.4249999999999998</cx:pt>
          <cx:pt idx="360">4.4950000000000001</cx:pt>
          <cx:pt idx="361">4.601</cx:pt>
          <cx:pt idx="362">4.6280000000000001</cx:pt>
          <cx:pt idx="363">4.6619999999999999</cx:pt>
          <cx:pt idx="364">4.6829999999999998</cx:pt>
          <cx:pt idx="365">3.9780000000000002</cx:pt>
          <cx:pt idx="366">5.0890000000000004</cx:pt>
          <cx:pt idx="367">5.1230000000000002</cx:pt>
          <cx:pt idx="368">5.7679999999999998</cx:pt>
          <cx:pt idx="369">4.1479999999999997</cx:pt>
          <cx:pt idx="370">5.0350000000000001</cx:pt>
          <cx:pt idx="371">6.6600000000000001</cx:pt>
          <cx:pt idx="372">4.9409999999999998</cx:pt>
          <cx:pt idx="373">5.1840000000000002</cx:pt>
          <cx:pt idx="374">6.2779999999999996</cx:pt>
          <cx:pt idx="375">5.0880000000000001</cx:pt>
          <cx:pt idx="376">5.21</cx:pt>
          <cx:pt idx="377">5.3230000000000004</cx:pt>
          <cx:pt idx="378">7.2590000000000003</cx:pt>
          <cx:pt idx="379">4.4790000000000001</cx:pt>
          <cx:pt idx="380">4.5549999999999997</cx:pt>
          <cx:pt idx="381">4.7389999999999999</cx:pt>
          <cx:pt idx="382">7.4950000000000001</cx:pt>
          <cx:pt idx="383">4.2190000000000003</cx:pt>
          <cx:pt idx="384">5.343</cx:pt>
          <cx:pt idx="385">5.9880000000000004</cx:pt>
          <cx:pt idx="386">4.3639999999999999</cx:pt>
          <cx:pt idx="387">4.7619999999999996</cx:pt>
          <cx:pt idx="388">5.4199999999999999</cx:pt>
          <cx:pt idx="389">5.7370000000000001</cx:pt>
          <cx:pt idx="390">4.04</cx:pt>
          <cx:pt idx="391">4.8259999999999996</cx:pt>
          <cx:pt idx="392">5.665</cx:pt>
          <cx:pt idx="393">5.7210000000000001</cx:pt>
          <cx:pt idx="394">3.9529999999999998</cx:pt>
          <cx:pt idx="395">4.3799999999999999</cx:pt>
          <cx:pt idx="396">5.0629999999999997</cx:pt>
          <cx:pt idx="397">4.9569999999999999</cx:pt>
          <cx:pt idx="398">6.0069999999999997</cx:pt>
          <cx:pt idx="399">6.5659999999999998</cx:pt>
          <cx:pt idx="400">4.1520000000000001</cx:pt>
          <cx:pt idx="401">4.7240000000000002</cx:pt>
          <cx:pt idx="402">3.9239999999999999</cx:pt>
          <cx:pt idx="403">4.7770000000000001</cx:pt>
          <cx:pt idx="404">5.0179999999999998</cx:pt>
          <cx:pt idx="405">5.391</cx:pt>
          <cx:pt idx="406">6.2210000000000001</cx:pt>
          <cx:pt idx="407">11.276999999999999</cx:pt>
          <cx:pt idx="408">4.7679999999999998</cx:pt>
          <cx:pt idx="409">4.96</cx:pt>
          <cx:pt idx="410">5.8120000000000003</cx:pt>
          <cx:pt idx="411">8.0419999999999998</cx:pt>
          <cx:pt idx="412">5.367</cx:pt>
          <cx:pt idx="413">5.3680000000000003</cx:pt>
          <cx:pt idx="414">5.484</cx:pt>
          <cx:pt idx="415">5.5129999999999999</cx:pt>
          <cx:pt idx="416">11.738</cx:pt>
          <cx:pt idx="417">4.843</cx:pt>
          <cx:pt idx="418">6.2119999999999997</cx:pt>
          <cx:pt idx="419">8.2070000000000007</cx:pt>
          <cx:pt idx="420">5.0609999999999999</cx:pt>
          <cx:pt idx="421">4.0119999999999996</cx:pt>
          <cx:pt idx="422">4.6849999999999996</cx:pt>
          <cx:pt idx="423">5.2510000000000003</cx:pt>
          <cx:pt idx="424">5.5279999999999996</cx:pt>
          <cx:pt idx="425">10.221</cx:pt>
          <cx:pt idx="426">4.1520000000000001</cx:pt>
          <cx:pt idx="427">4.569</cx:pt>
          <cx:pt idx="428">6.0060000000000002</cx:pt>
          <cx:pt idx="429">7.6779999999999999</cx:pt>
          <cx:pt idx="430">5.5490000000000004</cx:pt>
          <cx:pt idx="431">6.3920000000000003</cx:pt>
          <cx:pt idx="432">4.4610000000000003</cx:pt>
          <cx:pt idx="433">5.1970000000000001</cx:pt>
          <cx:pt idx="434">9.0389999999999997</cx:pt>
          <cx:pt idx="435">5.7670000000000003</cx:pt>
          <cx:pt idx="436">4.6799999999999997</cx:pt>
          <cx:pt idx="437">4.5579999999999998</cx:pt>
          <cx:pt idx="438">4.7089999999999996</cx:pt>
          <cx:pt idx="439">5.9720000000000004</cx:pt>
          <cx:pt idx="440">6.0720000000000001</cx:pt>
          <cx:pt idx="441">6.508</cx:pt>
          <cx:pt idx="442">4.375</cx:pt>
          <cx:pt idx="443">5.2450000000000001</cx:pt>
          <cx:pt idx="444">5.4530000000000003</cx:pt>
          <cx:pt idx="445">5.8949999999999996</cx:pt>
          <cx:pt idx="446">7.0499999999999998</cx:pt>
          <cx:pt idx="447">4.4089999999999998</cx:pt>
          <cx:pt idx="448">5.8639999999999999</cx:pt>
          <cx:pt idx="449">8.1430000000000007</cx:pt>
          <cx:pt idx="450">5.5099999999999998</cx:pt>
          <cx:pt idx="451">5.8330000000000002</cx:pt>
          <cx:pt idx="452">8.3719999999999999</cx:pt>
          <cx:pt idx="453">4.6719999999999997</cx:pt>
          <cx:pt idx="454">8.173</cx:pt>
          <cx:pt idx="455">8.3330000000000002</cx:pt>
          <cx:pt idx="456">11.058</cx:pt>
          <cx:pt idx="457">6.6109999999999998</cx:pt>
          <cx:pt idx="458">7.6070000000000002</cx:pt>
          <cx:pt idx="459">5.0039999999999996</cx:pt>
          <cx:pt idx="460">4.827</cx:pt>
          <cx:pt idx="461">4.8710000000000004</cx:pt>
          <cx:pt idx="462">8.5800000000000001</cx:pt>
          <cx:pt idx="463">4.6520000000000001</cx:pt>
          <cx:pt idx="464">5.0250000000000004</cx:pt>
          <cx:pt idx="465">5.6630000000000003</cx:pt>
          <cx:pt idx="466">7.3620000000000001</cx:pt>
          <cx:pt idx="467">5.8109999999999999</cx:pt>
          <cx:pt idx="468">6.5149999999999997</cx:pt>
          <cx:pt idx="469">4.9880000000000004</cx:pt>
          <cx:pt idx="470">5.4649999999999999</cx:pt>
          <cx:pt idx="471">4.4500000000000002</cx:pt>
          <cx:pt idx="472">7.1180000000000003</cx:pt>
          <cx:pt idx="473">4.2039999999999997</cx:pt>
          <cx:pt idx="474">5.843</cx:pt>
          <cx:pt idx="475">6.6790000000000003</cx:pt>
          <cx:pt idx="476">8.8580000000000005</cx:pt>
          <cx:pt idx="477">9.9359999999999999</cx:pt>
          <cx:pt idx="478">24.472000000000001</cx:pt>
          <cx:pt idx="479">4.7169999999999996</cx:pt>
          <cx:pt idx="480">7.3940000000000001</cx:pt>
          <cx:pt idx="481">5.1319999999999997</cx:pt>
          <cx:pt idx="482">6.351</cx:pt>
          <cx:pt idx="483">5.5899999999999999</cx:pt>
          <cx:pt idx="484">4.7199999999999998</cx:pt>
          <cx:pt idx="485">6.4710000000000001</cx:pt>
          <cx:pt idx="486">8.9450000000000003</cx:pt>
          <cx:pt idx="487">4.2770000000000001</cx:pt>
          <cx:pt idx="488">8.6649999999999991</cx:pt>
          <cx:pt idx="489">8.9199999999999999</cx:pt>
          <cx:pt idx="490">4.8230000000000004</cx:pt>
          <cx:pt idx="491">10.785</cx:pt>
          <cx:pt idx="492">6.8200000000000003</cx:pt>
          <cx:pt idx="493">6.2720000000000002</cx:pt>
          <cx:pt idx="494">6.7549999999999999</cx:pt>
          <cx:pt idx="495">7.2290000000000001</cx:pt>
          <cx:pt idx="496">4.4530000000000003</cx:pt>
          <cx:pt idx="497">5.2370000000000001</cx:pt>
          <cx:pt idx="498">5.2590000000000003</cx:pt>
          <cx:pt idx="499">5.782</cx:pt>
          <cx:pt idx="500">7.3479999999999999</cx:pt>
          <cx:pt idx="501">5.4390000000000001</cx:pt>
          <cx:pt idx="502">7.0549999999999997</cx:pt>
          <cx:pt idx="503">4.4850000000000003</cx:pt>
          <cx:pt idx="504">4.9210000000000003</cx:pt>
          <cx:pt idx="505">7.1840000000000002</cx:pt>
          <cx:pt idx="506">8.4120000000000008</cx:pt>
          <cx:pt idx="507">8.8260000000000005</cx:pt>
          <cx:pt idx="508">7.7039999999999997</cx:pt>
          <cx:pt idx="509">9.3309999999999995</cx:pt>
          <cx:pt idx="510">5.6310000000000002</cx:pt>
          <cx:pt idx="511">5.8440000000000003</cx:pt>
          <cx:pt idx="512">6.2850000000000001</cx:pt>
          <cx:pt idx="513">6.5679999999999996</cx:pt>
          <cx:pt idx="514">7.3689999999999998</cx:pt>
          <cx:pt idx="515">4.9199999999999999</cx:pt>
          <cx:pt idx="516">6.9829999999999997</cx:pt>
          <cx:pt idx="517">5.0149999999999997</cx:pt>
          <cx:pt idx="518">5.3879999999999999</cx:pt>
          <cx:pt idx="519">7.4429999999999996</cx:pt>
          <cx:pt idx="520">6.1980000000000004</cx:pt>
          <cx:pt idx="521">7.4400000000000004</cx:pt>
          <cx:pt idx="522">7.5549999999999997</cx:pt>
          <cx:pt idx="523">8.4580000000000002</cx:pt>
          <cx:pt idx="524">5.5549999999999997</cx:pt>
          <cx:pt idx="525">5.056</cx:pt>
          <cx:pt idx="526">6.2789999999999999</cx:pt>
          <cx:pt idx="527">6.3659999999999997</cx:pt>
          <cx:pt idx="528">6.9240000000000004</cx:pt>
          <cx:pt idx="529">6.5990000000000002</cx:pt>
          <cx:pt idx="530">6.7060000000000004</cx:pt>
          <cx:pt idx="531">6.827</cx:pt>
          <cx:pt idx="532">6.5060000000000002</cx:pt>
          <cx:pt idx="533">5.2229999999999999</cx:pt>
          <cx:pt idx="534">5.0819999999999999</cx:pt>
          <cx:pt idx="535">5.7089999999999996</cx:pt>
          <cx:pt idx="536">6.016</cx:pt>
          <cx:pt idx="537">6.3109999999999999</cx:pt>
          <cx:pt idx="538">13.455</cx:pt>
          <cx:pt idx="539">5.3869999999999996</cx:pt>
          <cx:pt idx="540">6.0960000000000001</cx:pt>
          <cx:pt idx="541">7.367</cx:pt>
          <cx:pt idx="542">7.7300000000000004</cx:pt>
          <cx:pt idx="543">11.241</cx:pt>
          <cx:pt idx="544">4.798</cx:pt>
          <cx:pt idx="545">6.4989999999999997</cx:pt>
          <cx:pt idx="546">8.9190000000000005</cx:pt>
          <cx:pt idx="547">6.1280000000000001</cx:pt>
          <cx:pt idx="548">6.9009999999999998</cx:pt>
          <cx:pt idx="549">4.8890000000000002</cx:pt>
          <cx:pt idx="550">7.8179999999999996</cx:pt>
          <cx:pt idx="551">14.565</cx:pt>
          <cx:pt idx="552">7.1070000000000002</cx:pt>
          <cx:pt idx="553">6.6500000000000004</cx:pt>
          <cx:pt idx="554">6.5670000000000002</cx:pt>
          <cx:pt idx="555">7.9820000000000002</cx:pt>
          <cx:pt idx="556">5.3090000000000002</cx:pt>
          <cx:pt idx="557">6.1920000000000002</cx:pt>
          <cx:pt idx="558">14.638</cx:pt>
          <cx:pt idx="559">8.9860000000000007</cx:pt>
          <cx:pt idx="560">5.452</cx:pt>
          <cx:pt idx="561">6.4539999999999997</cx:pt>
          <cx:pt idx="562">12.58</cx:pt>
          <cx:pt idx="563">7.609</cx:pt>
          <cx:pt idx="564">8.5549999999999997</cx:pt>
          <cx:pt idx="565">6.5629999999999997</cx:pt>
          <cx:pt idx="566">9.1199999999999992</cx:pt>
          <cx:pt idx="567">7.2619999999999996</cx:pt>
          <cx:pt idx="568">9.2430000000000003</cx:pt>
          <cx:pt idx="569">8.0139999999999993</cx:pt>
          <cx:pt idx="570">6.968</cx:pt>
          <cx:pt idx="571">8.1600000000000001</cx:pt>
          <cx:pt idx="572">7.9740000000000002</cx:pt>
          <cx:pt idx="573">9.5359999999999996</cx:pt>
          <cx:pt idx="574">7.1669999999999998</cx:pt>
          <cx:pt idx="575">7.3079999999999998</cx:pt>
          <cx:pt idx="576">16.687999999999999</cx:pt>
          <cx:pt idx="577">5.8600000000000003</cx:pt>
          <cx:pt idx="578">6.9619999999999997</cx:pt>
          <cx:pt idx="579">23.289999999999999</cx:pt>
          <cx:pt idx="580">9.3330000000000002</cx:pt>
          <cx:pt idx="581">7.0499999999999998</cx:pt>
          <cx:pt idx="582">7.5019999999999998</cx:pt>
          <cx:pt idx="583">7.0259999999999998</cx:pt>
          <cx:pt idx="584">7.3109999999999999</cx:pt>
          <cx:pt idx="585">8.5980000000000008</cx:pt>
          <cx:pt idx="586">9.0030000000000001</cx:pt>
          <cx:pt idx="587">9.7560000000000002</cx:pt>
          <cx:pt idx="588">7.1849999999999996</cx:pt>
          <cx:pt idx="589">10.026999999999999</cx:pt>
          <cx:pt idx="590">5.9950000000000001</cx:pt>
          <cx:pt idx="591">6.6909999999999998</cx:pt>
          <cx:pt idx="592">8.5069999999999997</cx:pt>
          <cx:pt idx="593">9.4570000000000007</cx:pt>
          <cx:pt idx="594">8.7300000000000004</cx:pt>
          <cx:pt idx="595">9.1389999999999993</cx:pt>
          <cx:pt idx="596">6.7910000000000004</cx:pt>
          <cx:pt idx="597">9.3659999999999997</cx:pt>
          <cx:pt idx="598">7.8970000000000002</cx:pt>
          <cx:pt idx="599">7.9829999999999997</cx:pt>
          <cx:pt idx="600">7.4119999999999999</cx:pt>
          <cx:pt idx="601">14.711</cx:pt>
          <cx:pt idx="602">7.8799999999999999</cx:pt>
          <cx:pt idx="603">9.2490000000000006</cx:pt>
          <cx:pt idx="604">10.045999999999999</cx:pt>
          <cx:pt idx="605">9.7490000000000006</cx:pt>
          <cx:pt idx="606">6.4080000000000004</cx:pt>
          <cx:pt idx="607">7.2149999999999999</cx:pt>
          <cx:pt idx="608">7.3310000000000004</cx:pt>
          <cx:pt idx="609">6.649</cx:pt>
          <cx:pt idx="610">9.3970000000000002</cx:pt>
          <cx:pt idx="611">8.2309999999999999</cx:pt>
          <cx:pt idx="612">7.9260000000000002</cx:pt>
          <cx:pt idx="613">8.5299999999999994</cx:pt>
          <cx:pt idx="614">16.387</cx:pt>
          <cx:pt idx="615">7.3849999999999998</cx:pt>
          <cx:pt idx="616">8.6839999999999993</cx:pt>
          <cx:pt idx="617">8.4390000000000001</cx:pt>
          <cx:pt idx="618">7.9820000000000002</cx:pt>
          <cx:pt idx="619">16.277000000000001</cx:pt>
          <cx:pt idx="620">10.946999999999999</cx:pt>
          <cx:pt idx="621">8.1470000000000002</cx:pt>
          <cx:pt idx="622">6.7439999999999998</cx:pt>
          <cx:pt idx="623">7.0990000000000002</cx:pt>
          <cx:pt idx="624">7.3769999999999998</cx:pt>
          <cx:pt idx="625">8.0090000000000003</cx:pt>
          <cx:pt idx="626">9.2680000000000007</cx:pt>
          <cx:pt idx="627">7.9210000000000003</cx:pt>
          <cx:pt idx="628">39.182000000000002</cx:pt>
          <cx:pt idx="629">10.629</cx:pt>
          <cx:pt idx="630">8.8510000000000009</cx:pt>
          <cx:pt idx="631">12.609</cx:pt>
          <cx:pt idx="632">10.548</cx:pt>
          <cx:pt idx="633">9.5449999999999999</cx:pt>
          <cx:pt idx="634">6.9989999999999997</cx:pt>
          <cx:pt idx="635">8.0280000000000005</cx:pt>
          <cx:pt idx="636">8.5459999999999994</cx:pt>
          <cx:pt idx="637">9.0570000000000004</cx:pt>
          <cx:pt idx="638">6.0620000000000003</cx:pt>
          <cx:pt idx="639">9.1869999999999994</cx:pt>
          <cx:pt idx="640">21.314</cx:pt>
          <cx:pt idx="641">9.3550000000000004</cx:pt>
          <cx:pt idx="642">7.6420000000000003</cx:pt>
          <cx:pt idx="643">11.382</cx:pt>
          <cx:pt idx="644">16.702999999999999</cx:pt>
          <cx:pt idx="645">5.4180000000000001</cx:pt>
          <cx:pt idx="646">8.5549999999999997</cx:pt>
          <cx:pt idx="647">7.5110000000000001</cx:pt>
          <cx:pt idx="648">21.792999999999999</cx:pt>
          <cx:pt idx="649">8.2010000000000005</cx:pt>
          <cx:pt idx="650">9.8290000000000006</cx:pt>
          <cx:pt idx="651">6.2560000000000002</cx:pt>
          <cx:pt idx="652">8.2910000000000004</cx:pt>
          <cx:pt idx="653">10.189</cx:pt>
          <cx:pt idx="654">6.8129999999999997</cx:pt>
          <cx:pt idx="655">11.423999999999999</cx:pt>
          <cx:pt idx="656">8.3949999999999996</cx:pt>
          <cx:pt idx="657">8.875</cx:pt>
          <cx:pt idx="658">10.284000000000001</cx:pt>
          <cx:pt idx="659">10.345000000000001</cx:pt>
          <cx:pt idx="660">9.2149999999999999</cx:pt>
          <cx:pt idx="661">8.5800000000000001</cx:pt>
          <cx:pt idx="662">10.375999999999999</cx:pt>
          <cx:pt idx="663">9.8469999999999995</cx:pt>
          <cx:pt idx="664">15.210000000000001</cx:pt>
          <cx:pt idx="665">8.6750000000000007</cx:pt>
          <cx:pt idx="666">4.4770000000000003</cx:pt>
          <cx:pt idx="667">30.675999999999998</cx:pt>
          <cx:pt idx="668">10.048999999999999</cx:pt>
          <cx:pt idx="669">10.289999999999999</cx:pt>
          <cx:pt idx="670">8.6940000000000008</cx:pt>
          <cx:pt idx="671">9.3119999999999994</cx:pt>
          <cx:pt idx="672">12.929</cx:pt>
          <cx:pt idx="673">7.8470000000000004</cx:pt>
          <cx:pt idx="674">23.721</cx:pt>
          <cx:pt idx="675">14.300000000000001</cx:pt>
          <cx:pt idx="676">9.6660000000000004</cx:pt>
          <cx:pt idx="677">9.548</cx:pt>
          <cx:pt idx="678">9.4139999999999997</cx:pt>
          <cx:pt idx="679">20.713000000000001</cx:pt>
          <cx:pt idx="680">7.0380000000000003</cx:pt>
          <cx:pt idx="681">10.353999999999999</cx:pt>
          <cx:pt idx="682">20.265999999999998</cx:pt>
          <cx:pt idx="683">9.9299999999999997</cx:pt>
          <cx:pt idx="684">6.8630000000000004</cx:pt>
          <cx:pt idx="685">30.260000000000002</cx:pt>
          <cx:pt idx="686">9.8149999999999995</cx:pt>
          <cx:pt idx="687">10.593999999999999</cx:pt>
          <cx:pt idx="688">32.283999999999999</cx:pt>
          <cx:pt idx="689">19.434000000000001</cx:pt>
          <cx:pt idx="690">9.9209999999999994</cx:pt>
          <cx:pt idx="691">32.177999999999997</cx:pt>
          <cx:pt idx="692">10.122999999999999</cx:pt>
          <cx:pt idx="693">16.559999999999999</cx:pt>
          <cx:pt idx="694">29.009</cx:pt>
          <cx:pt idx="695">37.302</cx:pt>
          <cx:pt idx="696">7.6539999999999999</cx:pt>
          <cx:pt idx="697">10.913</cx:pt>
          <cx:pt idx="698">11.601000000000001</cx:pt>
          <cx:pt idx="699">23.268999999999998</cx:pt>
          <cx:pt idx="700">12.552</cx:pt>
          <cx:pt idx="701">17.341000000000001</cx:pt>
          <cx:pt idx="702">20.800999999999998</cx:pt>
          <cx:pt idx="703">52.887</cx:pt>
          <cx:pt idx="704">22.052</cx:pt>
          <cx:pt idx="705">32.636000000000003</cx:pt>
          <cx:pt idx="706">14.836</cx:pt>
          <cx:pt idx="707">14.458</cx:pt>
          <cx:pt idx="708">7.8540000000000001</cx:pt>
          <cx:pt idx="709">10.497</cx:pt>
          <cx:pt idx="710">45.969999999999999</cx:pt>
          <cx:pt idx="711">16.358000000000001</cx:pt>
          <cx:pt idx="712">17.963999999999999</cx:pt>
          <cx:pt idx="713">14.84</cx:pt>
          <cx:pt idx="714">143.25700000000001</cx:pt>
          <cx:pt idx="715">17.666</cx:pt>
          <cx:pt idx="716">32.484000000000002</cx:pt>
        </cx:lvl>
      </cx:numDim>
    </cx:data>
  </cx:chartData>
  <cx:chart>
    <cx:title pos="t" align="ctr" overlay="0">
      <cx:tx>
        <cx:txData>
          <cx:v>Height</cx:v>
        </cx:txData>
      </cx:tx>
      <cx:txPr>
        <a:bodyPr spcFirstLastPara="1" vertOverflow="ellipsis" horzOverflow="overflow" wrap="square" lIns="0" tIns="0" rIns="0" bIns="0" anchor="ctr" anchorCtr="1"/>
        <a:lstStyle/>
        <a:p>
          <a:pPr algn="ctr" rtl="0">
            <a:defRPr/>
          </a:pPr>
          <a:r>
            <a:rPr lang="en-US" sz="1400" b="0" i="0" u="none" strike="noStrike" baseline="0">
              <a:solidFill>
                <a:sysClr val="windowText" lastClr="000000">
                  <a:lumMod val="65000"/>
                  <a:lumOff val="35000"/>
                </a:sysClr>
              </a:solidFill>
              <a:latin typeface="Aptos Narrow" panose="02110004020202020204"/>
            </a:rPr>
            <a:t>Height</a:t>
          </a:r>
        </a:p>
      </cx:txPr>
    </cx:title>
    <cx:plotArea>
      <cx:plotAreaRegion>
        <cx:series layoutId="clusteredColumn" uniqueId="{70BF9D7B-F40B-4A68-BC62-5DCA0C56AB5F}">
          <cx:dataLabels/>
          <cx:dataId val="0"/>
          <cx:layoutPr>
            <cx:binning intervalClosed="r" underflow="0" overflow="20">
              <cx:binCount val="30"/>
            </cx:binning>
          </cx:layoutPr>
        </cx:series>
      </cx:plotAreaRegion>
      <cx:axis id="0">
        <cx:catScaling gapWidth="0"/>
        <cx:tickLabels/>
        <cx:numFmt formatCode="#,##0.0" sourceLinked="0"/>
      </cx:axis>
      <cx:axis id="1">
        <cx:valScaling max="140"/>
        <cx:majorGridlines/>
        <cx:tickLabels/>
      </cx:axis>
    </cx:plotArea>
  </cx:chart>
</cx:chartSpace>
</file>

<file path=ppt/charts/chartEx1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numDim type="val">
        <cx:f>'no leave edited'!$H$2:$H$718</cx:f>
        <cx:lvl ptCount="717" formatCode="General">
          <cx:pt idx="0">0.001</cx:pt>
          <cx:pt idx="1">0.002</cx:pt>
          <cx:pt idx="2">0.0030000000000000001</cx:pt>
          <cx:pt idx="3">0.0030000000000000001</cx:pt>
          <cx:pt idx="4">0.0030000000000000001</cx:pt>
          <cx:pt idx="5">0.0030000000000000001</cx:pt>
          <cx:pt idx="6">0.0030000000000000001</cx:pt>
          <cx:pt idx="7">0.0040000000000000001</cx:pt>
          <cx:pt idx="8">0.0040000000000000001</cx:pt>
          <cx:pt idx="9">0.0040000000000000001</cx:pt>
          <cx:pt idx="10">0.0040000000000000001</cx:pt>
          <cx:pt idx="11">0.0040000000000000001</cx:pt>
          <cx:pt idx="12">0.0040000000000000001</cx:pt>
          <cx:pt idx="13">0.0050000000000000001</cx:pt>
          <cx:pt idx="14">0.0050000000000000001</cx:pt>
          <cx:pt idx="15">0.0050000000000000001</cx:pt>
          <cx:pt idx="16">0.0050000000000000001</cx:pt>
          <cx:pt idx="17">0.0050000000000000001</cx:pt>
          <cx:pt idx="18">0.0050000000000000001</cx:pt>
          <cx:pt idx="19">0.0050000000000000001</cx:pt>
          <cx:pt idx="20">0.0050000000000000001</cx:pt>
          <cx:pt idx="21">0.0060000000000000001</cx:pt>
          <cx:pt idx="22">0.0060000000000000001</cx:pt>
          <cx:pt idx="23">0.0060000000000000001</cx:pt>
          <cx:pt idx="24">0.0060000000000000001</cx:pt>
          <cx:pt idx="25">0.0060000000000000001</cx:pt>
          <cx:pt idx="26">0.0060000000000000001</cx:pt>
          <cx:pt idx="27">0.0060000000000000001</cx:pt>
          <cx:pt idx="28">0.0060000000000000001</cx:pt>
          <cx:pt idx="29">0.0060000000000000001</cx:pt>
          <cx:pt idx="30">0.0060000000000000001</cx:pt>
          <cx:pt idx="31">0.0060000000000000001</cx:pt>
          <cx:pt idx="32">0.0060000000000000001</cx:pt>
          <cx:pt idx="33">0.0070000000000000001</cx:pt>
          <cx:pt idx="34">0.0070000000000000001</cx:pt>
          <cx:pt idx="35">0.0070000000000000001</cx:pt>
          <cx:pt idx="36">0.0070000000000000001</cx:pt>
          <cx:pt idx="37">0.0070000000000000001</cx:pt>
          <cx:pt idx="38">0.0070000000000000001</cx:pt>
          <cx:pt idx="39">0.0070000000000000001</cx:pt>
          <cx:pt idx="40">0.0070000000000000001</cx:pt>
          <cx:pt idx="41">0.0070000000000000001</cx:pt>
          <cx:pt idx="42">0.0070000000000000001</cx:pt>
          <cx:pt idx="43">0.0070000000000000001</cx:pt>
          <cx:pt idx="44">0.0070000000000000001</cx:pt>
          <cx:pt idx="45">0.0070000000000000001</cx:pt>
          <cx:pt idx="46">0.0070000000000000001</cx:pt>
          <cx:pt idx="47">0.0080000000000000002</cx:pt>
          <cx:pt idx="48">0.0080000000000000002</cx:pt>
          <cx:pt idx="49">0.0080000000000000002</cx:pt>
          <cx:pt idx="50">0.0080000000000000002</cx:pt>
          <cx:pt idx="51">0.0080000000000000002</cx:pt>
          <cx:pt idx="52">0.0080000000000000002</cx:pt>
          <cx:pt idx="53">0.0080000000000000002</cx:pt>
          <cx:pt idx="54">0.0080000000000000002</cx:pt>
          <cx:pt idx="55">0.0080000000000000002</cx:pt>
          <cx:pt idx="56">0.0089999999999999993</cx:pt>
          <cx:pt idx="57">0.0089999999999999993</cx:pt>
          <cx:pt idx="58">0.0089999999999999993</cx:pt>
          <cx:pt idx="59">0.0089999999999999993</cx:pt>
          <cx:pt idx="60">0.0089999999999999993</cx:pt>
          <cx:pt idx="61">0.0089999999999999993</cx:pt>
          <cx:pt idx="62">0.0089999999999999993</cx:pt>
          <cx:pt idx="63">0.0089999999999999993</cx:pt>
          <cx:pt idx="64">0.0089999999999999993</cx:pt>
          <cx:pt idx="65">0.01</cx:pt>
          <cx:pt idx="66">0.01</cx:pt>
          <cx:pt idx="67">0.01</cx:pt>
          <cx:pt idx="68">0.01</cx:pt>
          <cx:pt idx="69">0.01</cx:pt>
          <cx:pt idx="70">0.01</cx:pt>
          <cx:pt idx="71">0.010999999999999999</cx:pt>
          <cx:pt idx="72">0.010999999999999999</cx:pt>
          <cx:pt idx="73">0.010999999999999999</cx:pt>
          <cx:pt idx="74">0.010999999999999999</cx:pt>
          <cx:pt idx="75">0.010999999999999999</cx:pt>
          <cx:pt idx="76">0.010999999999999999</cx:pt>
          <cx:pt idx="77">0.010999999999999999</cx:pt>
          <cx:pt idx="78">0.010999999999999999</cx:pt>
          <cx:pt idx="79">0.010999999999999999</cx:pt>
          <cx:pt idx="80">0.010999999999999999</cx:pt>
          <cx:pt idx="81">0.010999999999999999</cx:pt>
          <cx:pt idx="82">0.012</cx:pt>
          <cx:pt idx="83">0.012</cx:pt>
          <cx:pt idx="84">0.012</cx:pt>
          <cx:pt idx="85">0.012</cx:pt>
          <cx:pt idx="86">0.012</cx:pt>
          <cx:pt idx="87">0.012</cx:pt>
          <cx:pt idx="88">0.012</cx:pt>
          <cx:pt idx="89">0.012999999999999999</cx:pt>
          <cx:pt idx="90">0.012999999999999999</cx:pt>
          <cx:pt idx="91">0.012999999999999999</cx:pt>
          <cx:pt idx="92">0.012999999999999999</cx:pt>
          <cx:pt idx="93">0.014</cx:pt>
          <cx:pt idx="94">0.014</cx:pt>
          <cx:pt idx="95">0.014</cx:pt>
          <cx:pt idx="96">0.014</cx:pt>
          <cx:pt idx="97">0.014</cx:pt>
          <cx:pt idx="98">0.014</cx:pt>
          <cx:pt idx="99">0.014</cx:pt>
          <cx:pt idx="100">0.014</cx:pt>
          <cx:pt idx="101">0.014</cx:pt>
          <cx:pt idx="102">0.014999999999999999</cx:pt>
          <cx:pt idx="103">0.014999999999999999</cx:pt>
          <cx:pt idx="104">0.014999999999999999</cx:pt>
          <cx:pt idx="105">0.014999999999999999</cx:pt>
          <cx:pt idx="106">0.014999999999999999</cx:pt>
          <cx:pt idx="107">0.014999999999999999</cx:pt>
          <cx:pt idx="108">0.014999999999999999</cx:pt>
          <cx:pt idx="109">0.014999999999999999</cx:pt>
          <cx:pt idx="110">0.014999999999999999</cx:pt>
          <cx:pt idx="111">0.014999999999999999</cx:pt>
          <cx:pt idx="112">0.014999999999999999</cx:pt>
          <cx:pt idx="113">0.014999999999999999</cx:pt>
          <cx:pt idx="114">0.016</cx:pt>
          <cx:pt idx="115">0.016</cx:pt>
          <cx:pt idx="116">0.016</cx:pt>
          <cx:pt idx="117">0.016</cx:pt>
          <cx:pt idx="118">0.016</cx:pt>
          <cx:pt idx="119">0.016</cx:pt>
          <cx:pt idx="120">0.016</cx:pt>
          <cx:pt idx="121">0.016</cx:pt>
          <cx:pt idx="122">0.017000000000000001</cx:pt>
          <cx:pt idx="123">0.017000000000000001</cx:pt>
          <cx:pt idx="124">0.017000000000000001</cx:pt>
          <cx:pt idx="125">0.017000000000000001</cx:pt>
          <cx:pt idx="126">0.017000000000000001</cx:pt>
          <cx:pt idx="127">0.017000000000000001</cx:pt>
          <cx:pt idx="128">0.017000000000000001</cx:pt>
          <cx:pt idx="129">0.017000000000000001</cx:pt>
          <cx:pt idx="130">0.017000000000000001</cx:pt>
          <cx:pt idx="131">0.017000000000000001</cx:pt>
          <cx:pt idx="132">0.017000000000000001</cx:pt>
          <cx:pt idx="133">0.017999999999999999</cx:pt>
          <cx:pt idx="134">0.017999999999999999</cx:pt>
          <cx:pt idx="135">0.017999999999999999</cx:pt>
          <cx:pt idx="136">0.017999999999999999</cx:pt>
          <cx:pt idx="137">0.017999999999999999</cx:pt>
          <cx:pt idx="138">0.017999999999999999</cx:pt>
          <cx:pt idx="139">0.017999999999999999</cx:pt>
          <cx:pt idx="140">0.017999999999999999</cx:pt>
          <cx:pt idx="141">0.017999999999999999</cx:pt>
          <cx:pt idx="142">0.017999999999999999</cx:pt>
          <cx:pt idx="143">0.017999999999999999</cx:pt>
          <cx:pt idx="144">0.017999999999999999</cx:pt>
          <cx:pt idx="145">0.019</cx:pt>
          <cx:pt idx="146">0.019</cx:pt>
          <cx:pt idx="147">0.019</cx:pt>
          <cx:pt idx="148">0.019</cx:pt>
          <cx:pt idx="149">0.019</cx:pt>
          <cx:pt idx="150">0.019</cx:pt>
          <cx:pt idx="151">0.019</cx:pt>
          <cx:pt idx="152">0.019</cx:pt>
          <cx:pt idx="153">0.02</cx:pt>
          <cx:pt idx="154">0.02</cx:pt>
          <cx:pt idx="155">0.02</cx:pt>
          <cx:pt idx="156">0.02</cx:pt>
          <cx:pt idx="157">0.02</cx:pt>
          <cx:pt idx="158">0.02</cx:pt>
          <cx:pt idx="159">0.02</cx:pt>
          <cx:pt idx="160">0.02</cx:pt>
          <cx:pt idx="161">0.021000000000000001</cx:pt>
          <cx:pt idx="162">0.021000000000000001</cx:pt>
          <cx:pt idx="163">0.021000000000000001</cx:pt>
          <cx:pt idx="164">0.021000000000000001</cx:pt>
          <cx:pt idx="165">0.021000000000000001</cx:pt>
          <cx:pt idx="166">0.021000000000000001</cx:pt>
          <cx:pt idx="167">0.021000000000000001</cx:pt>
          <cx:pt idx="168">0.021000000000000001</cx:pt>
          <cx:pt idx="169">0.021000000000000001</cx:pt>
          <cx:pt idx="170">0.021000000000000001</cx:pt>
          <cx:pt idx="171">0.021000000000000001</cx:pt>
          <cx:pt idx="172">0.021000000000000001</cx:pt>
          <cx:pt idx="173">0.021000000000000001</cx:pt>
          <cx:pt idx="174">0.021000000000000001</cx:pt>
          <cx:pt idx="175">0.021999999999999999</cx:pt>
          <cx:pt idx="176">0.021999999999999999</cx:pt>
          <cx:pt idx="177">0.021999999999999999</cx:pt>
          <cx:pt idx="178">0.021999999999999999</cx:pt>
          <cx:pt idx="179">0.021999999999999999</cx:pt>
          <cx:pt idx="180">0.021999999999999999</cx:pt>
          <cx:pt idx="181">0.021999999999999999</cx:pt>
          <cx:pt idx="182">0.021999999999999999</cx:pt>
          <cx:pt idx="183">0.021999999999999999</cx:pt>
          <cx:pt idx="184">0.021999999999999999</cx:pt>
          <cx:pt idx="185">0.023</cx:pt>
          <cx:pt idx="186">0.023</cx:pt>
          <cx:pt idx="187">0.023</cx:pt>
          <cx:pt idx="188">0.023</cx:pt>
          <cx:pt idx="189">0.023</cx:pt>
          <cx:pt idx="190">0.023</cx:pt>
          <cx:pt idx="191">0.023</cx:pt>
          <cx:pt idx="192">0.023</cx:pt>
          <cx:pt idx="193">0.024</cx:pt>
          <cx:pt idx="194">0.024</cx:pt>
          <cx:pt idx="195">0.024</cx:pt>
          <cx:pt idx="196">0.024</cx:pt>
          <cx:pt idx="197">0.024</cx:pt>
          <cx:pt idx="198">0.024</cx:pt>
          <cx:pt idx="199">0.025000000000000001</cx:pt>
          <cx:pt idx="200">0.025000000000000001</cx:pt>
          <cx:pt idx="201">0.025000000000000001</cx:pt>
          <cx:pt idx="202">0.025000000000000001</cx:pt>
          <cx:pt idx="203">0.025000000000000001</cx:pt>
          <cx:pt idx="204">0.025999999999999999</cx:pt>
          <cx:pt idx="205">0.025999999999999999</cx:pt>
          <cx:pt idx="206">0.025999999999999999</cx:pt>
          <cx:pt idx="207">0.025999999999999999</cx:pt>
          <cx:pt idx="208">0.025999999999999999</cx:pt>
          <cx:pt idx="209">0.025999999999999999</cx:pt>
          <cx:pt idx="210">0.027</cx:pt>
          <cx:pt idx="211">0.027</cx:pt>
          <cx:pt idx="212">0.027</cx:pt>
          <cx:pt idx="213">0.027</cx:pt>
          <cx:pt idx="214">0.027</cx:pt>
          <cx:pt idx="215">0.027</cx:pt>
          <cx:pt idx="216">0.027</cx:pt>
          <cx:pt idx="217">0.027</cx:pt>
          <cx:pt idx="218">0.028000000000000001</cx:pt>
          <cx:pt idx="219">0.028000000000000001</cx:pt>
          <cx:pt idx="220">0.028000000000000001</cx:pt>
          <cx:pt idx="221">0.028000000000000001</cx:pt>
          <cx:pt idx="222">0.028000000000000001</cx:pt>
          <cx:pt idx="223">0.028000000000000001</cx:pt>
          <cx:pt idx="224">0.028000000000000001</cx:pt>
          <cx:pt idx="225">0.028000000000000001</cx:pt>
          <cx:pt idx="226">0.028000000000000001</cx:pt>
          <cx:pt idx="227">0.029000000000000001</cx:pt>
          <cx:pt idx="228">0.029000000000000001</cx:pt>
          <cx:pt idx="229">0.029000000000000001</cx:pt>
          <cx:pt idx="230">0.029000000000000001</cx:pt>
          <cx:pt idx="231">0.029000000000000001</cx:pt>
          <cx:pt idx="232">0.029999999999999999</cx:pt>
          <cx:pt idx="233">0.029999999999999999</cx:pt>
          <cx:pt idx="234">0.029999999999999999</cx:pt>
          <cx:pt idx="235">0.029999999999999999</cx:pt>
          <cx:pt idx="236">0.029999999999999999</cx:pt>
          <cx:pt idx="237">0.029999999999999999</cx:pt>
          <cx:pt idx="238">0.029999999999999999</cx:pt>
          <cx:pt idx="239">0.029999999999999999</cx:pt>
          <cx:pt idx="240">0.031</cx:pt>
          <cx:pt idx="241">0.031</cx:pt>
          <cx:pt idx="242">0.031</cx:pt>
          <cx:pt idx="243">0.031</cx:pt>
          <cx:pt idx="244">0.031</cx:pt>
          <cx:pt idx="245">0.031</cx:pt>
          <cx:pt idx="246">0.032000000000000001</cx:pt>
          <cx:pt idx="247">0.032000000000000001</cx:pt>
          <cx:pt idx="248">0.032000000000000001</cx:pt>
          <cx:pt idx="249">0.032000000000000001</cx:pt>
          <cx:pt idx="250">0.033000000000000002</cx:pt>
          <cx:pt idx="251">0.033000000000000002</cx:pt>
          <cx:pt idx="252">0.033000000000000002</cx:pt>
          <cx:pt idx="253">0.034000000000000002</cx:pt>
          <cx:pt idx="254">0.034000000000000002</cx:pt>
          <cx:pt idx="255">0.034000000000000002</cx:pt>
          <cx:pt idx="256">0.034000000000000002</cx:pt>
          <cx:pt idx="257">0.034000000000000002</cx:pt>
          <cx:pt idx="258">0.035000000000000003</cx:pt>
          <cx:pt idx="259">0.035000000000000003</cx:pt>
          <cx:pt idx="260">0.035000000000000003</cx:pt>
          <cx:pt idx="261">0.035000000000000003</cx:pt>
          <cx:pt idx="262">0.035000000000000003</cx:pt>
          <cx:pt idx="263">0.035000000000000003</cx:pt>
          <cx:pt idx="264">0.035000000000000003</cx:pt>
          <cx:pt idx="265">0.035000000000000003</cx:pt>
          <cx:pt idx="266">0.035999999999999997</cx:pt>
          <cx:pt idx="267">0.035999999999999997</cx:pt>
          <cx:pt idx="268">0.035999999999999997</cx:pt>
          <cx:pt idx="269">0.035999999999999997</cx:pt>
          <cx:pt idx="270">0.035999999999999997</cx:pt>
          <cx:pt idx="271">0.035999999999999997</cx:pt>
          <cx:pt idx="272">0.035999999999999997</cx:pt>
          <cx:pt idx="273">0.035999999999999997</cx:pt>
          <cx:pt idx="274">0.036999999999999998</cx:pt>
          <cx:pt idx="275">0.036999999999999998</cx:pt>
          <cx:pt idx="276">0.036999999999999998</cx:pt>
          <cx:pt idx="277">0.036999999999999998</cx:pt>
          <cx:pt idx="278">0.036999999999999998</cx:pt>
          <cx:pt idx="279">0.036999999999999998</cx:pt>
          <cx:pt idx="280">0.036999999999999998</cx:pt>
          <cx:pt idx="281">0.037999999999999999</cx:pt>
          <cx:pt idx="282">0.037999999999999999</cx:pt>
          <cx:pt idx="283">0.037999999999999999</cx:pt>
          <cx:pt idx="284">0.037999999999999999</cx:pt>
          <cx:pt idx="285">0.037999999999999999</cx:pt>
          <cx:pt idx="286">0.039</cx:pt>
          <cx:pt idx="287">0.039</cx:pt>
          <cx:pt idx="288">0.039</cx:pt>
          <cx:pt idx="289">0.039</cx:pt>
          <cx:pt idx="290">0.039</cx:pt>
          <cx:pt idx="291">0.040000000000000001</cx:pt>
          <cx:pt idx="292">0.040000000000000001</cx:pt>
          <cx:pt idx="293">0.040000000000000001</cx:pt>
          <cx:pt idx="294">0.040000000000000001</cx:pt>
          <cx:pt idx="295">0.041000000000000002</cx:pt>
          <cx:pt idx="296">0.041000000000000002</cx:pt>
          <cx:pt idx="297">0.042000000000000003</cx:pt>
          <cx:pt idx="298">0.042000000000000003</cx:pt>
          <cx:pt idx="299">0.042000000000000003</cx:pt>
          <cx:pt idx="300">0.042000000000000003</cx:pt>
          <cx:pt idx="301">0.042000000000000003</cx:pt>
          <cx:pt idx="302">0.042999999999999997</cx:pt>
          <cx:pt idx="303">0.042999999999999997</cx:pt>
          <cx:pt idx="304">0.042999999999999997</cx:pt>
          <cx:pt idx="305">0.042999999999999997</cx:pt>
          <cx:pt idx="306">0.043999999999999997</cx:pt>
          <cx:pt idx="307">0.043999999999999997</cx:pt>
          <cx:pt idx="308">0.043999999999999997</cx:pt>
          <cx:pt idx="309">0.044999999999999998</cx:pt>
          <cx:pt idx="310">0.044999999999999998</cx:pt>
          <cx:pt idx="311">0.044999999999999998</cx:pt>
          <cx:pt idx="312">0.044999999999999998</cx:pt>
          <cx:pt idx="313">0.045999999999999999</cx:pt>
          <cx:pt idx="314">0.045999999999999999</cx:pt>
          <cx:pt idx="315">0.045999999999999999</cx:pt>
          <cx:pt idx="316">0.045999999999999999</cx:pt>
          <cx:pt idx="317">0.045999999999999999</cx:pt>
          <cx:pt idx="318">0.045999999999999999</cx:pt>
          <cx:pt idx="319">0.045999999999999999</cx:pt>
          <cx:pt idx="320">0.047</cx:pt>
          <cx:pt idx="321">0.048000000000000001</cx:pt>
          <cx:pt idx="322">0.048000000000000001</cx:pt>
          <cx:pt idx="323">0.048000000000000001</cx:pt>
          <cx:pt idx="324">0.049000000000000002</cx:pt>
          <cx:pt idx="325">0.049000000000000002</cx:pt>
          <cx:pt idx="326">0.049000000000000002</cx:pt>
          <cx:pt idx="327">0.049000000000000002</cx:pt>
          <cx:pt idx="328">0.049000000000000002</cx:pt>
          <cx:pt idx="329">0.050000000000000003</cx:pt>
          <cx:pt idx="330">0.050000000000000003</cx:pt>
          <cx:pt idx="331">0.050000000000000003</cx:pt>
          <cx:pt idx="332">0.050000000000000003</cx:pt>
          <cx:pt idx="333">0.050999999999999997</cx:pt>
          <cx:pt idx="334">0.050999999999999997</cx:pt>
          <cx:pt idx="335">0.050999999999999997</cx:pt>
          <cx:pt idx="336">0.050999999999999997</cx:pt>
          <cx:pt idx="337">0.051999999999999998</cx:pt>
          <cx:pt idx="338">0.051999999999999998</cx:pt>
          <cx:pt idx="339">0.051999999999999998</cx:pt>
          <cx:pt idx="340">0.052999999999999999</cx:pt>
          <cx:pt idx="341">0.052999999999999999</cx:pt>
          <cx:pt idx="342">0.052999999999999999</cx:pt>
          <cx:pt idx="343">0.052999999999999999</cx:pt>
          <cx:pt idx="344">0.052999999999999999</cx:pt>
          <cx:pt idx="345">0.052999999999999999</cx:pt>
          <cx:pt idx="346">0.052999999999999999</cx:pt>
          <cx:pt idx="347">0.053999999999999999</cx:pt>
          <cx:pt idx="348">0.053999999999999999</cx:pt>
          <cx:pt idx="349">0.053999999999999999</cx:pt>
          <cx:pt idx="350">0.055</cx:pt>
          <cx:pt idx="351">0.055</cx:pt>
          <cx:pt idx="352">0.055</cx:pt>
          <cx:pt idx="353">0.055</cx:pt>
          <cx:pt idx="354">0.055</cx:pt>
          <cx:pt idx="355">0.055</cx:pt>
          <cx:pt idx="356">0.055</cx:pt>
          <cx:pt idx="357">0.056000000000000001</cx:pt>
          <cx:pt idx="358">0.056000000000000001</cx:pt>
          <cx:pt idx="359">0.056000000000000001</cx:pt>
          <cx:pt idx="360">0.056000000000000001</cx:pt>
          <cx:pt idx="361">0.056000000000000001</cx:pt>
          <cx:pt idx="362">0.056000000000000001</cx:pt>
          <cx:pt idx="363">0.056000000000000001</cx:pt>
          <cx:pt idx="364">0.056000000000000001</cx:pt>
          <cx:pt idx="365">0.057000000000000002</cx:pt>
          <cx:pt idx="366">0.057000000000000002</cx:pt>
          <cx:pt idx="367">0.057000000000000002</cx:pt>
          <cx:pt idx="368">0.057000000000000002</cx:pt>
          <cx:pt idx="369">0.058000000000000003</cx:pt>
          <cx:pt idx="370">0.058000000000000003</cx:pt>
          <cx:pt idx="371">0.058000000000000003</cx:pt>
          <cx:pt idx="372">0.058999999999999997</cx:pt>
          <cx:pt idx="373">0.058999999999999997</cx:pt>
          <cx:pt idx="374">0.058999999999999997</cx:pt>
          <cx:pt idx="375">0.059999999999999998</cx:pt>
          <cx:pt idx="376">0.059999999999999998</cx:pt>
          <cx:pt idx="377">0.059999999999999998</cx:pt>
          <cx:pt idx="378">0.060999999999999999</cx:pt>
          <cx:pt idx="379">0.062</cx:pt>
          <cx:pt idx="380">0.062</cx:pt>
          <cx:pt idx="381">0.062</cx:pt>
          <cx:pt idx="382">0.062</cx:pt>
          <cx:pt idx="383">0.063</cx:pt>
          <cx:pt idx="384">0.063</cx:pt>
          <cx:pt idx="385">0.063</cx:pt>
          <cx:pt idx="386">0.064000000000000001</cx:pt>
          <cx:pt idx="387">0.064000000000000001</cx:pt>
          <cx:pt idx="388">0.064000000000000001</cx:pt>
          <cx:pt idx="389">0.064000000000000001</cx:pt>
          <cx:pt idx="390">0.065000000000000002</cx:pt>
          <cx:pt idx="391">0.065000000000000002</cx:pt>
          <cx:pt idx="392">0.065000000000000002</cx:pt>
          <cx:pt idx="393">0.065000000000000002</cx:pt>
          <cx:pt idx="394">0.066000000000000003</cx:pt>
          <cx:pt idx="395">0.066000000000000003</cx:pt>
          <cx:pt idx="396">0.066000000000000003</cx:pt>
          <cx:pt idx="397">0.067000000000000004</cx:pt>
          <cx:pt idx="398">0.067000000000000004</cx:pt>
          <cx:pt idx="399">0.067000000000000004</cx:pt>
          <cx:pt idx="400">0.068000000000000005</cx:pt>
          <cx:pt idx="401">0.068000000000000005</cx:pt>
          <cx:pt idx="402">0.069000000000000006</cx:pt>
          <cx:pt idx="403">0.069000000000000006</cx:pt>
          <cx:pt idx="404">0.069000000000000006</cx:pt>
          <cx:pt idx="405">0.070000000000000007</cx:pt>
          <cx:pt idx="406">0.070000000000000007</cx:pt>
          <cx:pt idx="407">0.070000000000000007</cx:pt>
          <cx:pt idx="408">0.070999999999999994</cx:pt>
          <cx:pt idx="409">0.070999999999999994</cx:pt>
          <cx:pt idx="410">0.070999999999999994</cx:pt>
          <cx:pt idx="411">0.070999999999999994</cx:pt>
          <cx:pt idx="412">0.071999999999999995</cx:pt>
          <cx:pt idx="413">0.071999999999999995</cx:pt>
          <cx:pt idx="414">0.071999999999999995</cx:pt>
          <cx:pt idx="415">0.071999999999999995</cx:pt>
          <cx:pt idx="416">0.071999999999999995</cx:pt>
          <cx:pt idx="417">0.072999999999999995</cx:pt>
          <cx:pt idx="418">0.072999999999999995</cx:pt>
          <cx:pt idx="419">0.072999999999999995</cx:pt>
          <cx:pt idx="420">0.073999999999999996</cx:pt>
          <cx:pt idx="421">0.074999999999999997</cx:pt>
          <cx:pt idx="422">0.074999999999999997</cx:pt>
          <cx:pt idx="423">0.074999999999999997</cx:pt>
          <cx:pt idx="424">0.074999999999999997</cx:pt>
          <cx:pt idx="425">0.074999999999999997</cx:pt>
          <cx:pt idx="426">0.078</cx:pt>
          <cx:pt idx="427">0.078</cx:pt>
          <cx:pt idx="428">0.078</cx:pt>
          <cx:pt idx="429">0.078</cx:pt>
          <cx:pt idx="430">0.079000000000000001</cx:pt>
          <cx:pt idx="431">0.079000000000000001</cx:pt>
          <cx:pt idx="432">0.080000000000000002</cx:pt>
          <cx:pt idx="433">0.080000000000000002</cx:pt>
          <cx:pt idx="434">0.080000000000000002</cx:pt>
          <cx:pt idx="435">0.081000000000000003</cx:pt>
          <cx:pt idx="436">0.083000000000000004</cx:pt>
          <cx:pt idx="437">0.084000000000000005</cx:pt>
          <cx:pt idx="438">0.084000000000000005</cx:pt>
          <cx:pt idx="439">0.084000000000000005</cx:pt>
          <cx:pt idx="440">0.084000000000000005</cx:pt>
          <cx:pt idx="441">0.084000000000000005</cx:pt>
          <cx:pt idx="442">0.085000000000000006</cx:pt>
          <cx:pt idx="443">0.085999999999999993</cx:pt>
          <cx:pt idx="444">0.085999999999999993</cx:pt>
          <cx:pt idx="445">0.085999999999999993</cx:pt>
          <cx:pt idx="446">0.087999999999999995</cx:pt>
          <cx:pt idx="447">0.088999999999999996</cx:pt>
          <cx:pt idx="448">0.088999999999999996</cx:pt>
          <cx:pt idx="449">0.088999999999999996</cx:pt>
          <cx:pt idx="450">0.089999999999999997</cx:pt>
          <cx:pt idx="451">0.089999999999999997</cx:pt>
          <cx:pt idx="452">0.089999999999999997</cx:pt>
          <cx:pt idx="453">0.090999999999999998</cx:pt>
          <cx:pt idx="454">0.091999999999999998</cx:pt>
          <cx:pt idx="455">0.091999999999999998</cx:pt>
          <cx:pt idx="456">0.091999999999999998</cx:pt>
          <cx:pt idx="457">0.092999999999999999</cx:pt>
          <cx:pt idx="458">0.092999999999999999</cx:pt>
          <cx:pt idx="459">0.094</cx:pt>
          <cx:pt idx="460">0.095000000000000001</cx:pt>
          <cx:pt idx="461">0.095000000000000001</cx:pt>
          <cx:pt idx="462">0.096000000000000002</cx:pt>
          <cx:pt idx="463">0.097000000000000003</cx:pt>
          <cx:pt idx="464">0.097000000000000003</cx:pt>
          <cx:pt idx="465">0.097000000000000003</cx:pt>
          <cx:pt idx="466">0.097000000000000003</cx:pt>
          <cx:pt idx="467">0.098000000000000004</cx:pt>
          <cx:pt idx="468">0.098000000000000004</cx:pt>
          <cx:pt idx="469">0.10000000000000001</cx:pt>
          <cx:pt idx="470">0.10000000000000001</cx:pt>
          <cx:pt idx="471">0.10100000000000001</cx:pt>
          <cx:pt idx="472">0.10100000000000001</cx:pt>
          <cx:pt idx="473">0.10199999999999999</cx:pt>
          <cx:pt idx="474">0.10299999999999999</cx:pt>
          <cx:pt idx="475">0.10299999999999999</cx:pt>
          <cx:pt idx="476">0.10299999999999999</cx:pt>
          <cx:pt idx="477">0.10299999999999999</cx:pt>
          <cx:pt idx="478">0.10299999999999999</cx:pt>
          <cx:pt idx="479">0.105</cx:pt>
          <cx:pt idx="480">0.105</cx:pt>
          <cx:pt idx="481">0.106</cx:pt>
          <cx:pt idx="482">0.106</cx:pt>
          <cx:pt idx="483">0.107</cx:pt>
          <cx:pt idx="484">0.109</cx:pt>
          <cx:pt idx="485">0.109</cx:pt>
          <cx:pt idx="486">0.109</cx:pt>
          <cx:pt idx="487">0.11</cx:pt>
          <cx:pt idx="488">0.111</cx:pt>
          <cx:pt idx="489">0.111</cx:pt>
          <cx:pt idx="490">0.112</cx:pt>
          <cx:pt idx="491">0.112</cx:pt>
          <cx:pt idx="492">0.114</cx:pt>
          <cx:pt idx="493">0.115</cx:pt>
          <cx:pt idx="494">0.115</cx:pt>
          <cx:pt idx="495">0.115</cx:pt>
          <cx:pt idx="496">0.11799999999999999</cx:pt>
          <cx:pt idx="497">0.12</cx:pt>
          <cx:pt idx="498">0.12</cx:pt>
          <cx:pt idx="499">0.121</cx:pt>
          <cx:pt idx="500">0.122</cx:pt>
          <cx:pt idx="501">0.123</cx:pt>
          <cx:pt idx="502">0.126</cx:pt>
          <cx:pt idx="503">0.127</cx:pt>
          <cx:pt idx="504">0.127</cx:pt>
          <cx:pt idx="505">0.127</cx:pt>
          <cx:pt idx="506">0.127</cx:pt>
          <cx:pt idx="507">0.127</cx:pt>
          <cx:pt idx="508">0.129</cx:pt>
          <cx:pt idx="509">0.129</cx:pt>
          <cx:pt idx="510">0.13</cx:pt>
          <cx:pt idx="511">0.13</cx:pt>
          <cx:pt idx="512">0.13100000000000001</cx:pt>
          <cx:pt idx="513">0.13200000000000001</cx:pt>
          <cx:pt idx="514">0.13200000000000001</cx:pt>
          <cx:pt idx="515">0.13300000000000001</cx:pt>
          <cx:pt idx="516">0.13400000000000001</cx:pt>
          <cx:pt idx="517">0.13500000000000001</cx:pt>
          <cx:pt idx="518">0.13500000000000001</cx:pt>
          <cx:pt idx="519">0.13600000000000001</cx:pt>
          <cx:pt idx="520">0.13800000000000001</cx:pt>
          <cx:pt idx="521">0.13900000000000001</cx:pt>
          <cx:pt idx="522">0.13900000000000001</cx:pt>
          <cx:pt idx="523">0.14099999999999999</cx:pt>
          <cx:pt idx="524">0.14199999999999999</cx:pt>
          <cx:pt idx="525">0.14299999999999999</cx:pt>
          <cx:pt idx="526">0.14399999999999999</cx:pt>
          <cx:pt idx="527">0.14399999999999999</cx:pt>
          <cx:pt idx="528">0.14399999999999999</cx:pt>
          <cx:pt idx="529">0.14599999999999999</cx:pt>
          <cx:pt idx="530">0.14699999999999999</cx:pt>
          <cx:pt idx="531">0.14699999999999999</cx:pt>
          <cx:pt idx="532">0.14799999999999999</cx:pt>
          <cx:pt idx="533">0.14999999999999999</cx:pt>
          <cx:pt idx="534">0.151</cx:pt>
          <cx:pt idx="535">0.152</cx:pt>
          <cx:pt idx="536">0.152</cx:pt>
          <cx:pt idx="537">0.152</cx:pt>
          <cx:pt idx="538">0.152</cx:pt>
          <cx:pt idx="539">0.155</cx:pt>
          <cx:pt idx="540">0.155</cx:pt>
          <cx:pt idx="541">0.155</cx:pt>
          <cx:pt idx="542">0.156</cx:pt>
          <cx:pt idx="543">0.157</cx:pt>
          <cx:pt idx="544">0.158</cx:pt>
          <cx:pt idx="545">0.161</cx:pt>
          <cx:pt idx="546">0.161</cx:pt>
          <cx:pt idx="547">0.16200000000000001</cx:pt>
          <cx:pt idx="548">0.16200000000000001</cx:pt>
          <cx:pt idx="549">0.16300000000000001</cx:pt>
          <cx:pt idx="550">0.16300000000000001</cx:pt>
          <cx:pt idx="551">0.16400000000000001</cx:pt>
          <cx:pt idx="552">0.16600000000000001</cx:pt>
          <cx:pt idx="553">0.16800000000000001</cx:pt>
          <cx:pt idx="554">0.17000000000000001</cx:pt>
          <cx:pt idx="555">0.17100000000000001</cx:pt>
          <cx:pt idx="556">0.17299999999999999</cx:pt>
          <cx:pt idx="557">0.17499999999999999</cx:pt>
          <cx:pt idx="558">0.17599999999999999</cx:pt>
          <cx:pt idx="559">0.17699999999999999</cx:pt>
          <cx:pt idx="560">0.18099999999999999</cx:pt>
          <cx:pt idx="561">0.182</cx:pt>
          <cx:pt idx="562">0.185</cx:pt>
          <cx:pt idx="563">0.186</cx:pt>
          <cx:pt idx="564">0.191</cx:pt>
          <cx:pt idx="565">0.19400000000000001</cx:pt>
          <cx:pt idx="566">0.19400000000000001</cx:pt>
          <cx:pt idx="567">0.19500000000000001</cx:pt>
          <cx:pt idx="568">0.19600000000000001</cx:pt>
          <cx:pt idx="569">0.19700000000000001</cx:pt>
          <cx:pt idx="570">0.19900000000000001</cx:pt>
          <cx:pt idx="571">0.19900000000000001</cx:pt>
          <cx:pt idx="572">0.20000000000000001</cx:pt>
          <cx:pt idx="573">0.20200000000000001</cx:pt>
          <cx:pt idx="574">0.20799999999999999</cx:pt>
          <cx:pt idx="575">0.20999999999999999</cx:pt>
          <cx:pt idx="576">0.20999999999999999</cx:pt>
          <cx:pt idx="577">0.21199999999999999</cx:pt>
          <cx:pt idx="578">0.21299999999999999</cx:pt>
          <cx:pt idx="579">0.21299999999999999</cx:pt>
          <cx:pt idx="580">0.217</cx:pt>
          <cx:pt idx="581">0.22</cx:pt>
          <cx:pt idx="582">0.221</cx:pt>
          <cx:pt idx="583">0.222</cx:pt>
          <cx:pt idx="584">0.222</cx:pt>
          <cx:pt idx="585">0.222</cx:pt>
          <cx:pt idx="586">0.222</cx:pt>
          <cx:pt idx="587">0.223</cx:pt>
          <cx:pt idx="588">0.22800000000000001</cx:pt>
          <cx:pt idx="589">0.23000000000000001</cx:pt>
          <cx:pt idx="590">0.23400000000000001</cx:pt>
          <cx:pt idx="591">0.23499999999999999</cx:pt>
          <cx:pt idx="592">0.24199999999999999</cx:pt>
          <cx:pt idx="593">0.24299999999999999</cx:pt>
          <cx:pt idx="594">0.24399999999999999</cx:pt>
          <cx:pt idx="595">0.245</cx:pt>
          <cx:pt idx="596">0.246</cx:pt>
          <cx:pt idx="597">0.249</cx:pt>
          <cx:pt idx="598">0.253</cx:pt>
          <cx:pt idx="599">0.254</cx:pt>
          <cx:pt idx="600">0.25700000000000001</cx:pt>
          <cx:pt idx="601">0.25700000000000001</cx:pt>
          <cx:pt idx="602">0.25900000000000001</cx:pt>
          <cx:pt idx="603">0.25900000000000001</cx:pt>
          <cx:pt idx="604">0.26800000000000002</cx:pt>
          <cx:pt idx="605">0.26900000000000002</cx:pt>
          <cx:pt idx="606">0.27300000000000002</cx:pt>
          <cx:pt idx="607">0.27400000000000002</cx:pt>
          <cx:pt idx="608">0.27500000000000002</cx:pt>
          <cx:pt idx="609">0.28000000000000003</cx:pt>
          <cx:pt idx="610">0.28399999999999997</cx:pt>
          <cx:pt idx="611">0.29099999999999998</cx:pt>
          <cx:pt idx="612">0.29399999999999998</cx:pt>
          <cx:pt idx="613">0.29899999999999999</cx:pt>
          <cx:pt idx="614">0.30199999999999999</cx:pt>
          <cx:pt idx="615">0.30299999999999999</cx:pt>
          <cx:pt idx="616">0.30299999999999999</cx:pt>
          <cx:pt idx="617">0.30499999999999999</cx:pt>
          <cx:pt idx="618">0.30599999999999999</cx:pt>
          <cx:pt idx="619">0.31</cx:pt>
          <cx:pt idx="620">0.312</cx:pt>
          <cx:pt idx="621">0.313</cx:pt>
          <cx:pt idx="622">0.316</cx:pt>
          <cx:pt idx="623">0.316</cx:pt>
          <cx:pt idx="624">0.316</cx:pt>
          <cx:pt idx="625">0.317</cx:pt>
          <cx:pt idx="626">0.31900000000000001</cx:pt>
          <cx:pt idx="627">0.32300000000000001</cx:pt>
          <cx:pt idx="628">0.32400000000000001</cx:pt>
          <cx:pt idx="629">0.32500000000000001</cx:pt>
          <cx:pt idx="630">0.33400000000000002</cx:pt>
          <cx:pt idx="631">0.33400000000000002</cx:pt>
          <cx:pt idx="632">0.34200000000000003</cx:pt>
          <cx:pt idx="633">0.34599999999999997</cx:pt>
          <cx:pt idx="634">0.34899999999999998</cx:pt>
          <cx:pt idx="635">0.35299999999999998</cx:pt>
          <cx:pt idx="636">0.35599999999999998</cx:pt>
          <cx:pt idx="637">0.35599999999999998</cx:pt>
          <cx:pt idx="638">0.36099999999999999</cx:pt>
          <cx:pt idx="639">0.38</cx:pt>
          <cx:pt idx="640">0.38300000000000001</cx:pt>
          <cx:pt idx="641">0.38500000000000001</cx:pt>
          <cx:pt idx="642">0.39400000000000002</cx:pt>
          <cx:pt idx="643">0.39800000000000002</cx:pt>
          <cx:pt idx="644">0.40300000000000002</cx:pt>
          <cx:pt idx="645">0.40600000000000003</cx:pt>
          <cx:pt idx="646">0.40600000000000003</cx:pt>
          <cx:pt idx="647">0.40699999999999997</cx:pt>
          <cx:pt idx="648">0.41099999999999998</cx:pt>
          <cx:pt idx="649">0.435</cx:pt>
          <cx:pt idx="650">0.437</cx:pt>
          <cx:pt idx="651">0.44700000000000001</cx:pt>
          <cx:pt idx="652">0.44700000000000001</cx:pt>
          <cx:pt idx="653">0.45400000000000001</cx:pt>
          <cx:pt idx="654">0.46100000000000002</cx:pt>
          <cx:pt idx="655">0.46600000000000003</cx:pt>
          <cx:pt idx="656">0.47099999999999997</cx:pt>
          <cx:pt idx="657">0.48299999999999998</cx:pt>
          <cx:pt idx="658">0.48399999999999999</cx:pt>
          <cx:pt idx="659">0.48499999999999999</cx:pt>
          <cx:pt idx="660">0.48599999999999999</cx:pt>
          <cx:pt idx="661">0.49399999999999999</cx:pt>
          <cx:pt idx="662">0.52400000000000002</cx:pt>
          <cx:pt idx="663">0.53200000000000003</cx:pt>
          <cx:pt idx="664">0.55000000000000004</cx:pt>
          <cx:pt idx="665">0.56399999999999995</cx:pt>
          <cx:pt idx="666">0.56999999999999995</cx:pt>
          <cx:pt idx="667">0.57199999999999995</cx:pt>
          <cx:pt idx="668">0.58699999999999997</cx:pt>
          <cx:pt idx="669">0.59299999999999997</cx:pt>
          <cx:pt idx="670">0.60699999999999998</cx:pt>
          <cx:pt idx="671">0.60899999999999999</cx:pt>
          <cx:pt idx="672">0.627</cx:pt>
          <cx:pt idx="673">0.64700000000000002</cx:pt>
          <cx:pt idx="674">0.66200000000000003</cx:pt>
          <cx:pt idx="675">0.67900000000000005</cx:pt>
          <cx:pt idx="676">0.69899999999999995</cx:pt>
          <cx:pt idx="677">0.70999999999999996</cx:pt>
          <cx:pt idx="678">0.73899999999999999</cx:pt>
          <cx:pt idx="679">0.73899999999999999</cx:pt>
          <cx:pt idx="680">0.74399999999999999</cx:pt>
          <cx:pt idx="681">0.755</cx:pt>
          <cx:pt idx="682">0.755</cx:pt>
          <cx:pt idx="683">0.76300000000000001</cx:pt>
          <cx:pt idx="684">0.80100000000000005</cx:pt>
          <cx:pt idx="685">0.81299999999999994</cx:pt>
          <cx:pt idx="686">0.81899999999999995</cx:pt>
          <cx:pt idx="687">0.85199999999999998</cx:pt>
          <cx:pt idx="688">0.95499999999999996</cx:pt>
          <cx:pt idx="689">1.028</cx:pt>
          <cx:pt idx="690">1.0649999999999999</cx:pt>
          <cx:pt idx="691">1.1040000000000001</cx:pt>
          <cx:pt idx="692">1.137</cx:pt>
          <cx:pt idx="693">1.169</cx:pt>
          <cx:pt idx="694">1.1919999999999999</cx:pt>
          <cx:pt idx="695">1.196</cx:pt>
          <cx:pt idx="696">1.2290000000000001</cx:pt>
          <cx:pt idx="697">1.329</cx:pt>
          <cx:pt idx="698">1.429</cx:pt>
          <cx:pt idx="699">1.4390000000000001</cx:pt>
          <cx:pt idx="700">1.8300000000000001</cx:pt>
          <cx:pt idx="701">1.887</cx:pt>
          <cx:pt idx="702">2.528</cx:pt>
          <cx:pt idx="703">2.661</cx:pt>
          <cx:pt idx="704">2.7170000000000001</cx:pt>
          <cx:pt idx="705">2.823</cx:pt>
          <cx:pt idx="706">2.8620000000000001</cx:pt>
          <cx:pt idx="707">3.2690000000000001</cx:pt>
          <cx:pt idx="708">3.3319999999999999</cx:pt>
          <cx:pt idx="709">3.4630000000000001</cx:pt>
          <cx:pt idx="710">3.6339999999999999</cx:pt>
          <cx:pt idx="711">4.8369999999999997</cx:pt>
          <cx:pt idx="712">5.2060000000000004</cx:pt>
          <cx:pt idx="713">5.2430000000000003</cx:pt>
          <cx:pt idx="714">5.7510000000000003</cx:pt>
          <cx:pt idx="715">5.7949999999999999</cx:pt>
          <cx:pt idx="716">9.6219999999999999</cx:pt>
        </cx:lvl>
      </cx:numDim>
    </cx:data>
  </cx:chartData>
  <cx:chart>
    <cx:title pos="t" align="ctr" overlay="0">
      <cx:tx>
        <cx:txData>
          <cx:v>Mass</cx:v>
        </cx:txData>
      </cx:tx>
      <cx:txPr>
        <a:bodyPr spcFirstLastPara="1" vertOverflow="ellipsis" horzOverflow="overflow" wrap="square" lIns="0" tIns="0" rIns="0" bIns="0" anchor="ctr" anchorCtr="1"/>
        <a:lstStyle/>
        <a:p>
          <a:pPr algn="ctr" rtl="0">
            <a:defRPr/>
          </a:pPr>
          <a:r>
            <a:rPr lang="en-US" sz="1400" b="0" i="0" u="none" strike="noStrike" baseline="0">
              <a:solidFill>
                <a:sysClr val="windowText" lastClr="000000">
                  <a:lumMod val="65000"/>
                  <a:lumOff val="35000"/>
                </a:sysClr>
              </a:solidFill>
              <a:latin typeface="Aptos Narrow" panose="02110004020202020204"/>
            </a:rPr>
            <a:t>Mass</a:t>
          </a:r>
        </a:p>
      </cx:txPr>
    </cx:title>
    <cx:plotArea>
      <cx:plotAreaRegion>
        <cx:series layoutId="clusteredColumn" uniqueId="{75AB0390-6CA9-4660-9C91-16BCA514F0AB}">
          <cx:dataLabels/>
          <cx:dataId val="0"/>
          <cx:layoutPr>
            <cx:binning intervalClosed="r" underflow="0" overflow="1">
              <cx:binCount val="30"/>
            </cx:binning>
          </cx:layoutPr>
        </cx:series>
      </cx:plotAreaRegion>
      <cx:axis id="0">
        <cx:catScaling gapWidth="0"/>
        <cx:tickLabels/>
        <cx:numFmt formatCode="#,##0.00" sourceLinked="0"/>
      </cx:axis>
      <cx:axis id="1">
        <cx:valScaling max="350"/>
        <cx:majorGridlines/>
        <cx:tickLabels/>
      </cx:axis>
    </cx:plotArea>
  </cx:chart>
</cx:chartSpace>
</file>

<file path=ppt/charts/chartEx12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numDim type="val">
        <cx:f>'leave edited'!$H$2:$H$738</cx:f>
        <cx:lvl ptCount="737" formatCode="General">
          <cx:pt idx="0">0.002</cx:pt>
          <cx:pt idx="1">0.0040000000000000001</cx:pt>
          <cx:pt idx="2">0.0040000000000000001</cx:pt>
          <cx:pt idx="3">0.0040000000000000001</cx:pt>
          <cx:pt idx="4">0.0040000000000000001</cx:pt>
          <cx:pt idx="5">0.0050000000000000001</cx:pt>
          <cx:pt idx="6">0.0050000000000000001</cx:pt>
          <cx:pt idx="7">0.0060000000000000001</cx:pt>
          <cx:pt idx="8">0.0060000000000000001</cx:pt>
          <cx:pt idx="9">0.0060000000000000001</cx:pt>
          <cx:pt idx="10">0.0060000000000000001</cx:pt>
          <cx:pt idx="11">0.0060000000000000001</cx:pt>
          <cx:pt idx="12">0.0060000000000000001</cx:pt>
          <cx:pt idx="13">0.0070000000000000001</cx:pt>
          <cx:pt idx="14">0.0070000000000000001</cx:pt>
          <cx:pt idx="15">0.0070000000000000001</cx:pt>
          <cx:pt idx="16">0.0070000000000000001</cx:pt>
          <cx:pt idx="17">0.0080000000000000002</cx:pt>
          <cx:pt idx="18">0.0080000000000000002</cx:pt>
          <cx:pt idx="19">0.0080000000000000002</cx:pt>
          <cx:pt idx="20">0.0080000000000000002</cx:pt>
          <cx:pt idx="21">0.0080000000000000002</cx:pt>
          <cx:pt idx="22">0.0080000000000000002</cx:pt>
          <cx:pt idx="23">0.0080000000000000002</cx:pt>
          <cx:pt idx="24">0.0080000000000000002</cx:pt>
          <cx:pt idx="25">0.0089999999999999993</cx:pt>
          <cx:pt idx="26">0.0089999999999999993</cx:pt>
          <cx:pt idx="27">0.0089999999999999993</cx:pt>
          <cx:pt idx="28">0.0089999999999999993</cx:pt>
          <cx:pt idx="29">0.0089999999999999993</cx:pt>
          <cx:pt idx="30">0.0089999999999999993</cx:pt>
          <cx:pt idx="31">0.01</cx:pt>
          <cx:pt idx="32">0.01</cx:pt>
          <cx:pt idx="33">0.01</cx:pt>
          <cx:pt idx="34">0.01</cx:pt>
          <cx:pt idx="35">0.01</cx:pt>
          <cx:pt idx="36">0.01</cx:pt>
          <cx:pt idx="37">0.01</cx:pt>
          <cx:pt idx="38">0.01</cx:pt>
          <cx:pt idx="39">0.010999999999999999</cx:pt>
          <cx:pt idx="40">0.010999999999999999</cx:pt>
          <cx:pt idx="41">0.010999999999999999</cx:pt>
          <cx:pt idx="42">0.010999999999999999</cx:pt>
          <cx:pt idx="43">0.010999999999999999</cx:pt>
          <cx:pt idx="44">0.010999999999999999</cx:pt>
          <cx:pt idx="45">0.010999999999999999</cx:pt>
          <cx:pt idx="46">0.012</cx:pt>
          <cx:pt idx="47">0.012</cx:pt>
          <cx:pt idx="48">0.012</cx:pt>
          <cx:pt idx="49">0.012</cx:pt>
          <cx:pt idx="50">0.012</cx:pt>
          <cx:pt idx="51">0.012</cx:pt>
          <cx:pt idx="52">0.012</cx:pt>
          <cx:pt idx="53">0.012999999999999999</cx:pt>
          <cx:pt idx="54">0.012999999999999999</cx:pt>
          <cx:pt idx="55">0.012999999999999999</cx:pt>
          <cx:pt idx="56">0.012999999999999999</cx:pt>
          <cx:pt idx="57">0.012999999999999999</cx:pt>
          <cx:pt idx="58">0.012999999999999999</cx:pt>
          <cx:pt idx="59">0.012999999999999999</cx:pt>
          <cx:pt idx="60">0.012999999999999999</cx:pt>
          <cx:pt idx="61">0.012999999999999999</cx:pt>
          <cx:pt idx="62">0.012999999999999999</cx:pt>
          <cx:pt idx="63">0.012999999999999999</cx:pt>
          <cx:pt idx="64">0.014</cx:pt>
          <cx:pt idx="65">0.014</cx:pt>
          <cx:pt idx="66">0.014</cx:pt>
          <cx:pt idx="67">0.014</cx:pt>
          <cx:pt idx="68">0.014</cx:pt>
          <cx:pt idx="69">0.014</cx:pt>
          <cx:pt idx="70">0.014</cx:pt>
          <cx:pt idx="71">0.014</cx:pt>
          <cx:pt idx="72">0.014</cx:pt>
          <cx:pt idx="73">0.014</cx:pt>
          <cx:pt idx="74">0.014</cx:pt>
          <cx:pt idx="75">0.014</cx:pt>
          <cx:pt idx="76">0.014</cx:pt>
          <cx:pt idx="77">0.014</cx:pt>
          <cx:pt idx="78">0.014999999999999999</cx:pt>
          <cx:pt idx="79">0.014999999999999999</cx:pt>
          <cx:pt idx="80">0.014999999999999999</cx:pt>
          <cx:pt idx="81">0.014999999999999999</cx:pt>
          <cx:pt idx="82">0.014999999999999999</cx:pt>
          <cx:pt idx="83">0.014999999999999999</cx:pt>
          <cx:pt idx="84">0.014999999999999999</cx:pt>
          <cx:pt idx="85">0.014999999999999999</cx:pt>
          <cx:pt idx="86">0.014999999999999999</cx:pt>
          <cx:pt idx="87">0.014999999999999999</cx:pt>
          <cx:pt idx="88">0.014999999999999999</cx:pt>
          <cx:pt idx="89">0.014999999999999999</cx:pt>
          <cx:pt idx="90">0.016</cx:pt>
          <cx:pt idx="91">0.016</cx:pt>
          <cx:pt idx="92">0.016</cx:pt>
          <cx:pt idx="93">0.016</cx:pt>
          <cx:pt idx="94">0.016</cx:pt>
          <cx:pt idx="95">0.016</cx:pt>
          <cx:pt idx="96">0.016</cx:pt>
          <cx:pt idx="97">0.016</cx:pt>
          <cx:pt idx="98">0.016</cx:pt>
          <cx:pt idx="99">0.017000000000000001</cx:pt>
          <cx:pt idx="100">0.017000000000000001</cx:pt>
          <cx:pt idx="101">0.017000000000000001</cx:pt>
          <cx:pt idx="102">0.017000000000000001</cx:pt>
          <cx:pt idx="103">0.017000000000000001</cx:pt>
          <cx:pt idx="104">0.017000000000000001</cx:pt>
          <cx:pt idx="105">0.017000000000000001</cx:pt>
          <cx:pt idx="106">0.017000000000000001</cx:pt>
          <cx:pt idx="107">0.017000000000000001</cx:pt>
          <cx:pt idx="108">0.017000000000000001</cx:pt>
          <cx:pt idx="109">0.017000000000000001</cx:pt>
          <cx:pt idx="110">0.017000000000000001</cx:pt>
          <cx:pt idx="111">0.017000000000000001</cx:pt>
          <cx:pt idx="112">0.017999999999999999</cx:pt>
          <cx:pt idx="113">0.017999999999999999</cx:pt>
          <cx:pt idx="114">0.017999999999999999</cx:pt>
          <cx:pt idx="115">0.017999999999999999</cx:pt>
          <cx:pt idx="116">0.017999999999999999</cx:pt>
          <cx:pt idx="117">0.017999999999999999</cx:pt>
          <cx:pt idx="118">0.017999999999999999</cx:pt>
          <cx:pt idx="119">0.017999999999999999</cx:pt>
          <cx:pt idx="120">0.017999999999999999</cx:pt>
          <cx:pt idx="121">0.017999999999999999</cx:pt>
          <cx:pt idx="122">0.019</cx:pt>
          <cx:pt idx="123">0.019</cx:pt>
          <cx:pt idx="124">0.019</cx:pt>
          <cx:pt idx="125">0.019</cx:pt>
          <cx:pt idx="126">0.019</cx:pt>
          <cx:pt idx="127">0.019</cx:pt>
          <cx:pt idx="128">0.019</cx:pt>
          <cx:pt idx="129">0.019</cx:pt>
          <cx:pt idx="130">0.019</cx:pt>
          <cx:pt idx="131">0.019</cx:pt>
          <cx:pt idx="132">0.019</cx:pt>
          <cx:pt idx="133">0.02</cx:pt>
          <cx:pt idx="134">0.02</cx:pt>
          <cx:pt idx="135">0.02</cx:pt>
          <cx:pt idx="136">0.02</cx:pt>
          <cx:pt idx="137">0.02</cx:pt>
          <cx:pt idx="138">0.02</cx:pt>
          <cx:pt idx="139">0.02</cx:pt>
          <cx:pt idx="140">0.02</cx:pt>
          <cx:pt idx="141">0.02</cx:pt>
          <cx:pt idx="142">0.02</cx:pt>
          <cx:pt idx="143">0.02</cx:pt>
          <cx:pt idx="144">0.021000000000000001</cx:pt>
          <cx:pt idx="145">0.021000000000000001</cx:pt>
          <cx:pt idx="146">0.021000000000000001</cx:pt>
          <cx:pt idx="147">0.021000000000000001</cx:pt>
          <cx:pt idx="148">0.021000000000000001</cx:pt>
          <cx:pt idx="149">0.021000000000000001</cx:pt>
          <cx:pt idx="150">0.021000000000000001</cx:pt>
          <cx:pt idx="151">0.021000000000000001</cx:pt>
          <cx:pt idx="152">0.021000000000000001</cx:pt>
          <cx:pt idx="153">0.021000000000000001</cx:pt>
          <cx:pt idx="154">0.021000000000000001</cx:pt>
          <cx:pt idx="155">0.021999999999999999</cx:pt>
          <cx:pt idx="156">0.021999999999999999</cx:pt>
          <cx:pt idx="157">0.021999999999999999</cx:pt>
          <cx:pt idx="158">0.021999999999999999</cx:pt>
          <cx:pt idx="159">0.021999999999999999</cx:pt>
          <cx:pt idx="160">0.021999999999999999</cx:pt>
          <cx:pt idx="161">0.023</cx:pt>
          <cx:pt idx="162">0.023</cx:pt>
          <cx:pt idx="163">0.023</cx:pt>
          <cx:pt idx="164">0.023</cx:pt>
          <cx:pt idx="165">0.023</cx:pt>
          <cx:pt idx="166">0.023</cx:pt>
          <cx:pt idx="167">0.023</cx:pt>
          <cx:pt idx="168">0.023</cx:pt>
          <cx:pt idx="169">0.023</cx:pt>
          <cx:pt idx="170">0.023</cx:pt>
          <cx:pt idx="171">0.024</cx:pt>
          <cx:pt idx="172">0.024</cx:pt>
          <cx:pt idx="173">0.024</cx:pt>
          <cx:pt idx="174">0.024</cx:pt>
          <cx:pt idx="175">0.024</cx:pt>
          <cx:pt idx="176">0.024</cx:pt>
          <cx:pt idx="177">0.024</cx:pt>
          <cx:pt idx="178">0.024</cx:pt>
          <cx:pt idx="179">0.024</cx:pt>
          <cx:pt idx="180">0.025000000000000001</cx:pt>
          <cx:pt idx="181">0.025000000000000001</cx:pt>
          <cx:pt idx="182">0.025000000000000001</cx:pt>
          <cx:pt idx="183">0.025000000000000001</cx:pt>
          <cx:pt idx="184">0.025000000000000001</cx:pt>
          <cx:pt idx="185">0.025000000000000001</cx:pt>
          <cx:pt idx="186">0.025000000000000001</cx:pt>
          <cx:pt idx="187">0.025000000000000001</cx:pt>
          <cx:pt idx="188">0.025999999999999999</cx:pt>
          <cx:pt idx="189">0.025999999999999999</cx:pt>
          <cx:pt idx="190">0.025999999999999999</cx:pt>
          <cx:pt idx="191">0.025999999999999999</cx:pt>
          <cx:pt idx="192">0.025999999999999999</cx:pt>
          <cx:pt idx="193">0.025999999999999999</cx:pt>
          <cx:pt idx="194">0.025999999999999999</cx:pt>
          <cx:pt idx="195">0.025999999999999999</cx:pt>
          <cx:pt idx="196">0.025999999999999999</cx:pt>
          <cx:pt idx="197">0.025999999999999999</cx:pt>
          <cx:pt idx="198">0.025999999999999999</cx:pt>
          <cx:pt idx="199">0.027</cx:pt>
          <cx:pt idx="200">0.027</cx:pt>
          <cx:pt idx="201">0.027</cx:pt>
          <cx:pt idx="202">0.027</cx:pt>
          <cx:pt idx="203">0.027</cx:pt>
          <cx:pt idx="204">0.027</cx:pt>
          <cx:pt idx="205">0.027</cx:pt>
          <cx:pt idx="206">0.027</cx:pt>
          <cx:pt idx="207">0.027</cx:pt>
          <cx:pt idx="208">0.027</cx:pt>
          <cx:pt idx="209">0.027</cx:pt>
          <cx:pt idx="210">0.028000000000000001</cx:pt>
          <cx:pt idx="211">0.028000000000000001</cx:pt>
          <cx:pt idx="212">0.028000000000000001</cx:pt>
          <cx:pt idx="213">0.028000000000000001</cx:pt>
          <cx:pt idx="214">0.028000000000000001</cx:pt>
          <cx:pt idx="215">0.028000000000000001</cx:pt>
          <cx:pt idx="216">0.028000000000000001</cx:pt>
          <cx:pt idx="217">0.028000000000000001</cx:pt>
          <cx:pt idx="218">0.028000000000000001</cx:pt>
          <cx:pt idx="219">0.028000000000000001</cx:pt>
          <cx:pt idx="220">0.028000000000000001</cx:pt>
          <cx:pt idx="221">0.029000000000000001</cx:pt>
          <cx:pt idx="222">0.029000000000000001</cx:pt>
          <cx:pt idx="223">0.029000000000000001</cx:pt>
          <cx:pt idx="224">0.029000000000000001</cx:pt>
          <cx:pt idx="225">0.029000000000000001</cx:pt>
          <cx:pt idx="226">0.029000000000000001</cx:pt>
          <cx:pt idx="227">0.029000000000000001</cx:pt>
          <cx:pt idx="228">0.029000000000000001</cx:pt>
          <cx:pt idx="229">0.029999999999999999</cx:pt>
          <cx:pt idx="230">0.029999999999999999</cx:pt>
          <cx:pt idx="231">0.029999999999999999</cx:pt>
          <cx:pt idx="232">0.029999999999999999</cx:pt>
          <cx:pt idx="233">0.029999999999999999</cx:pt>
          <cx:pt idx="234">0.029999999999999999</cx:pt>
          <cx:pt idx="235">0.029999999999999999</cx:pt>
          <cx:pt idx="236">0.029999999999999999</cx:pt>
          <cx:pt idx="237">0.031</cx:pt>
          <cx:pt idx="238">0.031</cx:pt>
          <cx:pt idx="239">0.031</cx:pt>
          <cx:pt idx="240">0.031</cx:pt>
          <cx:pt idx="241">0.031</cx:pt>
          <cx:pt idx="242">0.031</cx:pt>
          <cx:pt idx="243">0.031</cx:pt>
          <cx:pt idx="244">0.031</cx:pt>
          <cx:pt idx="245">0.032000000000000001</cx:pt>
          <cx:pt idx="246">0.032000000000000001</cx:pt>
          <cx:pt idx="247">0.032000000000000001</cx:pt>
          <cx:pt idx="248">0.032000000000000001</cx:pt>
          <cx:pt idx="249">0.032000000000000001</cx:pt>
          <cx:pt idx="250">0.032000000000000001</cx:pt>
          <cx:pt idx="251">0.032000000000000001</cx:pt>
          <cx:pt idx="252">0.032000000000000001</cx:pt>
          <cx:pt idx="253">0.032000000000000001</cx:pt>
          <cx:pt idx="254">0.032000000000000001</cx:pt>
          <cx:pt idx="255">0.032000000000000001</cx:pt>
          <cx:pt idx="256">0.033000000000000002</cx:pt>
          <cx:pt idx="257">0.033000000000000002</cx:pt>
          <cx:pt idx="258">0.033000000000000002</cx:pt>
          <cx:pt idx="259">0.033000000000000002</cx:pt>
          <cx:pt idx="260">0.033000000000000002</cx:pt>
          <cx:pt idx="261">0.033000000000000002</cx:pt>
          <cx:pt idx="262">0.034000000000000002</cx:pt>
          <cx:pt idx="263">0.034000000000000002</cx:pt>
          <cx:pt idx="264">0.034000000000000002</cx:pt>
          <cx:pt idx="265">0.034000000000000002</cx:pt>
          <cx:pt idx="266">0.034000000000000002</cx:pt>
          <cx:pt idx="267">0.034000000000000002</cx:pt>
          <cx:pt idx="268">0.034000000000000002</cx:pt>
          <cx:pt idx="269">0.034000000000000002</cx:pt>
          <cx:pt idx="270">0.034000000000000002</cx:pt>
          <cx:pt idx="271">0.035000000000000003</cx:pt>
          <cx:pt idx="272">0.035000000000000003</cx:pt>
          <cx:pt idx="273">0.035000000000000003</cx:pt>
          <cx:pt idx="274">0.035000000000000003</cx:pt>
          <cx:pt idx="275">0.035000000000000003</cx:pt>
          <cx:pt idx="276">0.035000000000000003</cx:pt>
          <cx:pt idx="277">0.035000000000000003</cx:pt>
          <cx:pt idx="278">0.035000000000000003</cx:pt>
          <cx:pt idx="279">0.035999999999999997</cx:pt>
          <cx:pt idx="280">0.035999999999999997</cx:pt>
          <cx:pt idx="281">0.035999999999999997</cx:pt>
          <cx:pt idx="282">0.035999999999999997</cx:pt>
          <cx:pt idx="283">0.035999999999999997</cx:pt>
          <cx:pt idx="284">0.035999999999999997</cx:pt>
          <cx:pt idx="285">0.035999999999999997</cx:pt>
          <cx:pt idx="286">0.035999999999999997</cx:pt>
          <cx:pt idx="287">0.035999999999999997</cx:pt>
          <cx:pt idx="288">0.036999999999999998</cx:pt>
          <cx:pt idx="289">0.036999999999999998</cx:pt>
          <cx:pt idx="290">0.036999999999999998</cx:pt>
          <cx:pt idx="291">0.036999999999999998</cx:pt>
          <cx:pt idx="292">0.036999999999999998</cx:pt>
          <cx:pt idx="293">0.036999999999999998</cx:pt>
          <cx:pt idx="294">0.036999999999999998</cx:pt>
          <cx:pt idx="295">0.036999999999999998</cx:pt>
          <cx:pt idx="296">0.037999999999999999</cx:pt>
          <cx:pt idx="297">0.037999999999999999</cx:pt>
          <cx:pt idx="298">0.037999999999999999</cx:pt>
          <cx:pt idx="299">0.037999999999999999</cx:pt>
          <cx:pt idx="300">0.037999999999999999</cx:pt>
          <cx:pt idx="301">0.039</cx:pt>
          <cx:pt idx="302">0.039</cx:pt>
          <cx:pt idx="303">0.039</cx:pt>
          <cx:pt idx="304">0.040000000000000001</cx:pt>
          <cx:pt idx="305">0.040000000000000001</cx:pt>
          <cx:pt idx="306">0.040000000000000001</cx:pt>
          <cx:pt idx="307">0.040000000000000001</cx:pt>
          <cx:pt idx="308">0.040000000000000001</cx:pt>
          <cx:pt idx="309">0.040000000000000001</cx:pt>
          <cx:pt idx="310">0.040000000000000001</cx:pt>
          <cx:pt idx="311">0.040000000000000001</cx:pt>
          <cx:pt idx="312">0.040000000000000001</cx:pt>
          <cx:pt idx="313">0.040000000000000001</cx:pt>
          <cx:pt idx="314">0.041000000000000002</cx:pt>
          <cx:pt idx="315">0.041000000000000002</cx:pt>
          <cx:pt idx="316">0.041000000000000002</cx:pt>
          <cx:pt idx="317">0.041000000000000002</cx:pt>
          <cx:pt idx="318">0.041000000000000002</cx:pt>
          <cx:pt idx="319">0.041000000000000002</cx:pt>
          <cx:pt idx="320">0.041000000000000002</cx:pt>
          <cx:pt idx="321">0.041000000000000002</cx:pt>
          <cx:pt idx="322">0.041000000000000002</cx:pt>
          <cx:pt idx="323">0.041000000000000002</cx:pt>
          <cx:pt idx="324">0.041000000000000002</cx:pt>
          <cx:pt idx="325">0.042000000000000003</cx:pt>
          <cx:pt idx="326">0.042000000000000003</cx:pt>
          <cx:pt idx="327">0.042000000000000003</cx:pt>
          <cx:pt idx="328">0.042000000000000003</cx:pt>
          <cx:pt idx="329">0.042000000000000003</cx:pt>
          <cx:pt idx="330">0.042000000000000003</cx:pt>
          <cx:pt idx="331">0.042999999999999997</cx:pt>
          <cx:pt idx="332">0.042999999999999997</cx:pt>
          <cx:pt idx="333">0.042999999999999997</cx:pt>
          <cx:pt idx="334">0.042999999999999997</cx:pt>
          <cx:pt idx="335">0.042999999999999997</cx:pt>
          <cx:pt idx="336">0.042999999999999997</cx:pt>
          <cx:pt idx="337">0.042999999999999997</cx:pt>
          <cx:pt idx="338">0.042999999999999997</cx:pt>
          <cx:pt idx="339">0.042999999999999997</cx:pt>
          <cx:pt idx="340">0.042999999999999997</cx:pt>
          <cx:pt idx="341">0.042999999999999997</cx:pt>
          <cx:pt idx="342">0.043999999999999997</cx:pt>
          <cx:pt idx="343">0.043999999999999997</cx:pt>
          <cx:pt idx="344">0.043999999999999997</cx:pt>
          <cx:pt idx="345">0.043999999999999997</cx:pt>
          <cx:pt idx="346">0.043999999999999997</cx:pt>
          <cx:pt idx="347">0.044999999999999998</cx:pt>
          <cx:pt idx="348">0.044999999999999998</cx:pt>
          <cx:pt idx="349">0.044999999999999998</cx:pt>
          <cx:pt idx="350">0.044999999999999998</cx:pt>
          <cx:pt idx="351">0.044999999999999998</cx:pt>
          <cx:pt idx="352">0.044999999999999998</cx:pt>
          <cx:pt idx="353">0.045999999999999999</cx:pt>
          <cx:pt idx="354">0.045999999999999999</cx:pt>
          <cx:pt idx="355">0.045999999999999999</cx:pt>
          <cx:pt idx="356">0.045999999999999999</cx:pt>
          <cx:pt idx="357">0.045999999999999999</cx:pt>
          <cx:pt idx="358">0.045999999999999999</cx:pt>
          <cx:pt idx="359">0.045999999999999999</cx:pt>
          <cx:pt idx="360">0.047</cx:pt>
          <cx:pt idx="361">0.047</cx:pt>
          <cx:pt idx="362">0.047</cx:pt>
          <cx:pt idx="363">0.047</cx:pt>
          <cx:pt idx="364">0.047</cx:pt>
          <cx:pt idx="365">0.048000000000000001</cx:pt>
          <cx:pt idx="366">0.048000000000000001</cx:pt>
          <cx:pt idx="367">0.049000000000000002</cx:pt>
          <cx:pt idx="368">0.049000000000000002</cx:pt>
          <cx:pt idx="369">0.049000000000000002</cx:pt>
          <cx:pt idx="370">0.049000000000000002</cx:pt>
          <cx:pt idx="371">0.050000000000000003</cx:pt>
          <cx:pt idx="372">0.050000000000000003</cx:pt>
          <cx:pt idx="373">0.050000000000000003</cx:pt>
          <cx:pt idx="374">0.050000000000000003</cx:pt>
          <cx:pt idx="375">0.050000000000000003</cx:pt>
          <cx:pt idx="376">0.050000000000000003</cx:pt>
          <cx:pt idx="377">0.050999999999999997</cx:pt>
          <cx:pt idx="378">0.050999999999999997</cx:pt>
          <cx:pt idx="379">0.050999999999999997</cx:pt>
          <cx:pt idx="380">0.050999999999999997</cx:pt>
          <cx:pt idx="381">0.050999999999999997</cx:pt>
          <cx:pt idx="382">0.050999999999999997</cx:pt>
          <cx:pt idx="383">0.051999999999999998</cx:pt>
          <cx:pt idx="384">0.051999999999999998</cx:pt>
          <cx:pt idx="385">0.051999999999999998</cx:pt>
          <cx:pt idx="386">0.051999999999999998</cx:pt>
          <cx:pt idx="387">0.051999999999999998</cx:pt>
          <cx:pt idx="388">0.051999999999999998</cx:pt>
          <cx:pt idx="389">0.052999999999999999</cx:pt>
          <cx:pt idx="390">0.052999999999999999</cx:pt>
          <cx:pt idx="391">0.052999999999999999</cx:pt>
          <cx:pt idx="392">0.052999999999999999</cx:pt>
          <cx:pt idx="393">0.052999999999999999</cx:pt>
          <cx:pt idx="394">0.053999999999999999</cx:pt>
          <cx:pt idx="395">0.053999999999999999</cx:pt>
          <cx:pt idx="396">0.053999999999999999</cx:pt>
          <cx:pt idx="397">0.055</cx:pt>
          <cx:pt idx="398">0.055</cx:pt>
          <cx:pt idx="399">0.055</cx:pt>
          <cx:pt idx="400">0.055</cx:pt>
          <cx:pt idx="401">0.055</cx:pt>
          <cx:pt idx="402">0.056000000000000001</cx:pt>
          <cx:pt idx="403">0.056000000000000001</cx:pt>
          <cx:pt idx="404">0.056000000000000001</cx:pt>
          <cx:pt idx="405">0.056000000000000001</cx:pt>
          <cx:pt idx="406">0.056000000000000001</cx:pt>
          <cx:pt idx="407">0.057000000000000002</cx:pt>
          <cx:pt idx="408">0.057000000000000002</cx:pt>
          <cx:pt idx="409">0.057000000000000002</cx:pt>
          <cx:pt idx="410">0.057000000000000002</cx:pt>
          <cx:pt idx="411">0.057000000000000002</cx:pt>
          <cx:pt idx="412">0.058000000000000003</cx:pt>
          <cx:pt idx="413">0.058000000000000003</cx:pt>
          <cx:pt idx="414">0.058000000000000003</cx:pt>
          <cx:pt idx="415">0.058999999999999997</cx:pt>
          <cx:pt idx="416">0.058999999999999997</cx:pt>
          <cx:pt idx="417">0.059999999999999998</cx:pt>
          <cx:pt idx="418">0.059999999999999998</cx:pt>
          <cx:pt idx="419">0.059999999999999998</cx:pt>
          <cx:pt idx="420">0.060999999999999999</cx:pt>
          <cx:pt idx="421">0.060999999999999999</cx:pt>
          <cx:pt idx="422">0.060999999999999999</cx:pt>
          <cx:pt idx="423">0.060999999999999999</cx:pt>
          <cx:pt idx="424">0.062</cx:pt>
          <cx:pt idx="425">0.063</cx:pt>
          <cx:pt idx="426">0.063</cx:pt>
          <cx:pt idx="427">0.063</cx:pt>
          <cx:pt idx="428">0.063</cx:pt>
          <cx:pt idx="429">0.064000000000000001</cx:pt>
          <cx:pt idx="430">0.064000000000000001</cx:pt>
          <cx:pt idx="431">0.064000000000000001</cx:pt>
          <cx:pt idx="432">0.064000000000000001</cx:pt>
          <cx:pt idx="433">0.065000000000000002</cx:pt>
          <cx:pt idx="434">0.065000000000000002</cx:pt>
          <cx:pt idx="435">0.065000000000000002</cx:pt>
          <cx:pt idx="436">0.065000000000000002</cx:pt>
          <cx:pt idx="437">0.065000000000000002</cx:pt>
          <cx:pt idx="438">0.065000000000000002</cx:pt>
          <cx:pt idx="439">0.066000000000000003</cx:pt>
          <cx:pt idx="440">0.066000000000000003</cx:pt>
          <cx:pt idx="441">0.066000000000000003</cx:pt>
          <cx:pt idx="442">0.066000000000000003</cx:pt>
          <cx:pt idx="443">0.066000000000000003</cx:pt>
          <cx:pt idx="444">0.066000000000000003</cx:pt>
          <cx:pt idx="445">0.066000000000000003</cx:pt>
          <cx:pt idx="446">0.066000000000000003</cx:pt>
          <cx:pt idx="447">0.067000000000000004</cx:pt>
          <cx:pt idx="448">0.067000000000000004</cx:pt>
          <cx:pt idx="449">0.067000000000000004</cx:pt>
          <cx:pt idx="450">0.068000000000000005</cx:pt>
          <cx:pt idx="451">0.068000000000000005</cx:pt>
          <cx:pt idx="452">0.068000000000000005</cx:pt>
          <cx:pt idx="453">0.068000000000000005</cx:pt>
          <cx:pt idx="454">0.069000000000000006</cx:pt>
          <cx:pt idx="455">0.069000000000000006</cx:pt>
          <cx:pt idx="456">0.069000000000000006</cx:pt>
          <cx:pt idx="457">0.069000000000000006</cx:pt>
          <cx:pt idx="458">0.069000000000000006</cx:pt>
          <cx:pt idx="459">0.069000000000000006</cx:pt>
          <cx:pt idx="460">0.070000000000000007</cx:pt>
          <cx:pt idx="461">0.070000000000000007</cx:pt>
          <cx:pt idx="462">0.070999999999999994</cx:pt>
          <cx:pt idx="463">0.070999999999999994</cx:pt>
          <cx:pt idx="464">0.070999999999999994</cx:pt>
          <cx:pt idx="465">0.070999999999999994</cx:pt>
          <cx:pt idx="466">0.070999999999999994</cx:pt>
          <cx:pt idx="467">0.071999999999999995</cx:pt>
          <cx:pt idx="468">0.071999999999999995</cx:pt>
          <cx:pt idx="469">0.072999999999999995</cx:pt>
          <cx:pt idx="470">0.072999999999999995</cx:pt>
          <cx:pt idx="471">0.072999999999999995</cx:pt>
          <cx:pt idx="472">0.072999999999999995</cx:pt>
          <cx:pt idx="473">0.072999999999999995</cx:pt>
          <cx:pt idx="474">0.072999999999999995</cx:pt>
          <cx:pt idx="475">0.073999999999999996</cx:pt>
          <cx:pt idx="476">0.073999999999999996</cx:pt>
          <cx:pt idx="477">0.074999999999999997</cx:pt>
          <cx:pt idx="478">0.074999999999999997</cx:pt>
          <cx:pt idx="479">0.075999999999999998</cx:pt>
          <cx:pt idx="480">0.075999999999999998</cx:pt>
          <cx:pt idx="481">0.076999999999999999</cx:pt>
          <cx:pt idx="482">0.076999999999999999</cx:pt>
          <cx:pt idx="483">0.076999999999999999</cx:pt>
          <cx:pt idx="484">0.076999999999999999</cx:pt>
          <cx:pt idx="485">0.076999999999999999</cx:pt>
          <cx:pt idx="486">0.076999999999999999</cx:pt>
          <cx:pt idx="487">0.078</cx:pt>
          <cx:pt idx="488">0.078</cx:pt>
          <cx:pt idx="489">0.078</cx:pt>
          <cx:pt idx="490">0.078</cx:pt>
          <cx:pt idx="491">0.078</cx:pt>
          <cx:pt idx="492">0.079000000000000001</cx:pt>
          <cx:pt idx="493">0.079000000000000001</cx:pt>
          <cx:pt idx="494">0.079000000000000001</cx:pt>
          <cx:pt idx="495">0.079000000000000001</cx:pt>
          <cx:pt idx="496">0.079000000000000001</cx:pt>
          <cx:pt idx="497">0.081000000000000003</cx:pt>
          <cx:pt idx="498">0.081000000000000003</cx:pt>
          <cx:pt idx="499">0.082000000000000003</cx:pt>
          <cx:pt idx="500">0.082000000000000003</cx:pt>
          <cx:pt idx="501">0.082000000000000003</cx:pt>
          <cx:pt idx="502">0.084000000000000005</cx:pt>
          <cx:pt idx="503">0.084000000000000005</cx:pt>
          <cx:pt idx="504">0.084000000000000005</cx:pt>
          <cx:pt idx="505">0.086999999999999994</cx:pt>
          <cx:pt idx="506">0.087999999999999995</cx:pt>
          <cx:pt idx="507">0.087999999999999995</cx:pt>
          <cx:pt idx="508">0.087999999999999995</cx:pt>
          <cx:pt idx="509">0.088999999999999996</cx:pt>
          <cx:pt idx="510">0.089999999999999997</cx:pt>
          <cx:pt idx="511">0.090999999999999998</cx:pt>
          <cx:pt idx="512">0.091999999999999998</cx:pt>
          <cx:pt idx="513">0.091999999999999998</cx:pt>
          <cx:pt idx="514">0.091999999999999998</cx:pt>
          <cx:pt idx="515">0.092999999999999999</cx:pt>
          <cx:pt idx="516">0.092999999999999999</cx:pt>
          <cx:pt idx="517">0.092999999999999999</cx:pt>
          <cx:pt idx="518">0.094</cx:pt>
          <cx:pt idx="519">0.094</cx:pt>
          <cx:pt idx="520">0.095000000000000001</cx:pt>
          <cx:pt idx="521">0.096000000000000002</cx:pt>
          <cx:pt idx="522">0.097000000000000003</cx:pt>
          <cx:pt idx="523">0.099000000000000005</cx:pt>
          <cx:pt idx="524">0.099000000000000005</cx:pt>
          <cx:pt idx="525">0.10000000000000001</cx:pt>
          <cx:pt idx="526">0.10000000000000001</cx:pt>
          <cx:pt idx="527">0.10000000000000001</cx:pt>
          <cx:pt idx="528">0.10100000000000001</cx:pt>
          <cx:pt idx="529">0.10199999999999999</cx:pt>
          <cx:pt idx="530">0.10299999999999999</cx:pt>
          <cx:pt idx="531">0.104</cx:pt>
          <cx:pt idx="532">0.105</cx:pt>
          <cx:pt idx="533">0.105</cx:pt>
          <cx:pt idx="534">0.105</cx:pt>
          <cx:pt idx="535">0.105</cx:pt>
          <cx:pt idx="536">0.106</cx:pt>
          <cx:pt idx="537">0.106</cx:pt>
          <cx:pt idx="538">0.106</cx:pt>
          <cx:pt idx="539">0.106</cx:pt>
          <cx:pt idx="540">0.107</cx:pt>
          <cx:pt idx="541">0.108</cx:pt>
          <cx:pt idx="542">0.109</cx:pt>
          <cx:pt idx="543">0.109</cx:pt>
          <cx:pt idx="544">0.109</cx:pt>
          <cx:pt idx="545">0.109</cx:pt>
          <cx:pt idx="546">0.111</cx:pt>
          <cx:pt idx="547">0.113</cx:pt>
          <cx:pt idx="548">0.113</cx:pt>
          <cx:pt idx="549">0.113</cx:pt>
          <cx:pt idx="550">0.114</cx:pt>
          <cx:pt idx="551">0.115</cx:pt>
          <cx:pt idx="552">0.115</cx:pt>
          <cx:pt idx="553">0.115</cx:pt>
          <cx:pt idx="554">0.115</cx:pt>
          <cx:pt idx="555">0.11600000000000001</cx:pt>
          <cx:pt idx="556">0.11899999999999999</cx:pt>
          <cx:pt idx="557">0.121</cx:pt>
          <cx:pt idx="558">0.121</cx:pt>
          <cx:pt idx="559">0.123</cx:pt>
          <cx:pt idx="560">0.127</cx:pt>
          <cx:pt idx="561">0.129</cx:pt>
          <cx:pt idx="562">0.13200000000000001</cx:pt>
          <cx:pt idx="563">0.13300000000000001</cx:pt>
          <cx:pt idx="564">0.13300000000000001</cx:pt>
          <cx:pt idx="565">0.13500000000000001</cx:pt>
          <cx:pt idx="566">0.13700000000000001</cx:pt>
          <cx:pt idx="567">0.13800000000000001</cx:pt>
          <cx:pt idx="568">0.13800000000000001</cx:pt>
          <cx:pt idx="569">0.13900000000000001</cx:pt>
          <cx:pt idx="570">0.14099999999999999</cx:pt>
          <cx:pt idx="571">0.14099999999999999</cx:pt>
          <cx:pt idx="572">0.14099999999999999</cx:pt>
          <cx:pt idx="573">0.14099999999999999</cx:pt>
          <cx:pt idx="574">0.14099999999999999</cx:pt>
          <cx:pt idx="575">0.14399999999999999</cx:pt>
          <cx:pt idx="576">0.14499999999999999</cx:pt>
          <cx:pt idx="577">0.14499999999999999</cx:pt>
          <cx:pt idx="578">0.14599999999999999</cx:pt>
          <cx:pt idx="579">0.14799999999999999</cx:pt>
          <cx:pt idx="580">0.14799999999999999</cx:pt>
          <cx:pt idx="581">0.14899999999999999</cx:pt>
          <cx:pt idx="582">0.14899999999999999</cx:pt>
          <cx:pt idx="583">0.14999999999999999</cx:pt>
          <cx:pt idx="584">0.151</cx:pt>
          <cx:pt idx="585">0.151</cx:pt>
          <cx:pt idx="586">0.154</cx:pt>
          <cx:pt idx="587">0.156</cx:pt>
          <cx:pt idx="588">0.158</cx:pt>
          <cx:pt idx="589">0.158</cx:pt>
          <cx:pt idx="590">0.159</cx:pt>
          <cx:pt idx="591">0.159</cx:pt>
          <cx:pt idx="592">0.16</cx:pt>
          <cx:pt idx="593">0.16</cx:pt>
          <cx:pt idx="594">0.161</cx:pt>
          <cx:pt idx="595">0.161</cx:pt>
          <cx:pt idx="596">0.16300000000000001</cx:pt>
          <cx:pt idx="597">0.16700000000000001</cx:pt>
          <cx:pt idx="598">0.16800000000000001</cx:pt>
          <cx:pt idx="599">0.16900000000000001</cx:pt>
          <cx:pt idx="600">0.17000000000000001</cx:pt>
          <cx:pt idx="601">0.17399999999999999</cx:pt>
          <cx:pt idx="602">0.17399999999999999</cx:pt>
          <cx:pt idx="603">0.17799999999999999</cx:pt>
          <cx:pt idx="604">0.17899999999999999</cx:pt>
          <cx:pt idx="605">0.17999999999999999</cx:pt>
          <cx:pt idx="606">0.18099999999999999</cx:pt>
          <cx:pt idx="607">0.18099999999999999</cx:pt>
          <cx:pt idx="608">0.183</cx:pt>
          <cx:pt idx="609">0.184</cx:pt>
          <cx:pt idx="610">0.188</cx:pt>
          <cx:pt idx="611">0.19</cx:pt>
          <cx:pt idx="612">0.192</cx:pt>
          <cx:pt idx="613">0.193</cx:pt>
          <cx:pt idx="614">0.19400000000000001</cx:pt>
          <cx:pt idx="615">0.19500000000000001</cx:pt>
          <cx:pt idx="616">0.20499999999999999</cx:pt>
          <cx:pt idx="617">0.20699999999999999</cx:pt>
          <cx:pt idx="618">0.20699999999999999</cx:pt>
          <cx:pt idx="619">0.20899999999999999</cx:pt>
          <cx:pt idx="620">0.214</cx:pt>
          <cx:pt idx="621">0.218</cx:pt>
          <cx:pt idx="622">0.22500000000000001</cx:pt>
          <cx:pt idx="623">0.22800000000000001</cx:pt>
          <cx:pt idx="624">0.22900000000000001</cx:pt>
          <cx:pt idx="625">0.23000000000000001</cx:pt>
          <cx:pt idx="626">0.23499999999999999</cx:pt>
          <cx:pt idx="627">0.23699999999999999</cx:pt>
          <cx:pt idx="628">0.23699999999999999</cx:pt>
          <cx:pt idx="629">0.23799999999999999</cx:pt>
          <cx:pt idx="630">0.23799999999999999</cx:pt>
          <cx:pt idx="631">0.23899999999999999</cx:pt>
          <cx:pt idx="632">0.23999999999999999</cx:pt>
          <cx:pt idx="633">0.23999999999999999</cx:pt>
          <cx:pt idx="634">0.24199999999999999</cx:pt>
          <cx:pt idx="635">0.24299999999999999</cx:pt>
          <cx:pt idx="636">0.246</cx:pt>
          <cx:pt idx="637">0.249</cx:pt>
          <cx:pt idx="638">0.25</cx:pt>
          <cx:pt idx="639">0.254</cx:pt>
          <cx:pt idx="640">0.255</cx:pt>
          <cx:pt idx="641">0.26200000000000001</cx:pt>
          <cx:pt idx="642">0.26300000000000001</cx:pt>
          <cx:pt idx="643">0.26300000000000001</cx:pt>
          <cx:pt idx="644">0.26700000000000002</cx:pt>
          <cx:pt idx="645">0.26900000000000002</cx:pt>
          <cx:pt idx="646">0.27300000000000002</cx:pt>
          <cx:pt idx="647">0.27600000000000002</cx:pt>
          <cx:pt idx="648">0.29599999999999999</cx:pt>
          <cx:pt idx="649">0.29999999999999999</cx:pt>
          <cx:pt idx="650">0.312</cx:pt>
          <cx:pt idx="651">0.33500000000000002</cx:pt>
          <cx:pt idx="652">0.34000000000000002</cx:pt>
          <cx:pt idx="653">0.34200000000000003</cx:pt>
          <cx:pt idx="654">0.34200000000000003</cx:pt>
          <cx:pt idx="655">0.34200000000000003</cx:pt>
          <cx:pt idx="656">0.34699999999999998</cx:pt>
          <cx:pt idx="657">0.34699999999999998</cx:pt>
          <cx:pt idx="658">0.35299999999999998</cx:pt>
          <cx:pt idx="659">0.37</cx:pt>
          <cx:pt idx="660">0.37</cx:pt>
          <cx:pt idx="661">0.373</cx:pt>
          <cx:pt idx="662">0.38100000000000001</cx:pt>
          <cx:pt idx="663">0.38500000000000001</cx:pt>
          <cx:pt idx="664">0.38600000000000001</cx:pt>
          <cx:pt idx="665">0.38700000000000001</cx:pt>
          <cx:pt idx="666">0.39000000000000001</cx:pt>
          <cx:pt idx="667">0.39500000000000002</cx:pt>
          <cx:pt idx="668">0.39900000000000002</cx:pt>
          <cx:pt idx="669">0.40799999999999997</cx:pt>
          <cx:pt idx="670">0.41499999999999998</cx:pt>
          <cx:pt idx="671">0.41499999999999998</cx:pt>
          <cx:pt idx="672">0.41599999999999998</cx:pt>
          <cx:pt idx="673">0.42699999999999999</cx:pt>
          <cx:pt idx="674">0.43099999999999999</cx:pt>
          <cx:pt idx="675">0.433</cx:pt>
          <cx:pt idx="676">0.44700000000000001</cx:pt>
          <cx:pt idx="677">0.44900000000000001</cx:pt>
          <cx:pt idx="678">0.46000000000000002</cx:pt>
          <cx:pt idx="679">0.47599999999999998</cx:pt>
          <cx:pt idx="680">0.48299999999999998</cx:pt>
          <cx:pt idx="681">0.48299999999999998</cx:pt>
          <cx:pt idx="682">0.49199999999999999</cx:pt>
          <cx:pt idx="683">0.504</cx:pt>
          <cx:pt idx="684">0.505</cx:pt>
          <cx:pt idx="685">0.50600000000000001</cx:pt>
          <cx:pt idx="686">0.52500000000000002</cx:pt>
          <cx:pt idx="687">0.53900000000000003</cx:pt>
          <cx:pt idx="688">0.55000000000000004</cx:pt>
          <cx:pt idx="689">0.55900000000000005</cx:pt>
          <cx:pt idx="690">0.57899999999999996</cx:pt>
          <cx:pt idx="691">0.59699999999999998</cx:pt>
          <cx:pt idx="692">0.60799999999999998</cx:pt>
          <cx:pt idx="693">0.60899999999999999</cx:pt>
          <cx:pt idx="694">0.60999999999999999</cx:pt>
          <cx:pt idx="695">0.62</cx:pt>
          <cx:pt idx="696">0.63200000000000001</cx:pt>
          <cx:pt idx="697">0.64000000000000001</cx:pt>
          <cx:pt idx="698">0.68300000000000005</cx:pt>
          <cx:pt idx="699">0.68700000000000006</cx:pt>
          <cx:pt idx="700">0.69299999999999995</cx:pt>
          <cx:pt idx="701">0.70699999999999996</cx:pt>
          <cx:pt idx="702">0.71099999999999997</cx:pt>
          <cx:pt idx="703">0.71599999999999997</cx:pt>
          <cx:pt idx="704">0.73499999999999999</cx:pt>
          <cx:pt idx="705">0.76200000000000001</cx:pt>
          <cx:pt idx="706">0.76800000000000002</cx:pt>
          <cx:pt idx="707">0.77400000000000002</cx:pt>
          <cx:pt idx="708">0.77500000000000002</cx:pt>
          <cx:pt idx="709">0.875</cx:pt>
          <cx:pt idx="710">0.92200000000000004</cx:pt>
          <cx:pt idx="711">0.93300000000000005</cx:pt>
          <cx:pt idx="712">0.97999999999999998</cx:pt>
          <cx:pt idx="713">1.0409999999999999</cx:pt>
          <cx:pt idx="714">1.091</cx:pt>
          <cx:pt idx="715">1.1080000000000001</cx:pt>
          <cx:pt idx="716">1.113</cx:pt>
          <cx:pt idx="717">1.1899999999999999</cx:pt>
          <cx:pt idx="718">1.22</cx:pt>
          <cx:pt idx="719">1.3180000000000001</cx:pt>
          <cx:pt idx="720">1.357</cx:pt>
          <cx:pt idx="721">1.387</cx:pt>
          <cx:pt idx="722">1.474</cx:pt>
          <cx:pt idx="723">1.5</cx:pt>
          <cx:pt idx="724">1.738</cx:pt>
          <cx:pt idx="725">1.7749999999999999</cx:pt>
          <cx:pt idx="726">2.181</cx:pt>
          <cx:pt idx="727">2.3839999999999999</cx:pt>
          <cx:pt idx="728">2.9929999999999999</cx:pt>
          <cx:pt idx="729">3.3559999999999999</cx:pt>
          <cx:pt idx="730">3.4340000000000002</cx:pt>
          <cx:pt idx="731">3.4790000000000001</cx:pt>
          <cx:pt idx="732">3.8730000000000002</cx:pt>
          <cx:pt idx="733">4.7610000000000001</cx:pt>
          <cx:pt idx="734">5.3680000000000003</cx:pt>
          <cx:pt idx="735">6.0039999999999996</cx:pt>
          <cx:pt idx="736">6.4550000000000001</cx:pt>
        </cx:lvl>
      </cx:numDim>
    </cx:data>
  </cx:chartData>
  <cx:chart>
    <cx:title pos="t" align="ctr" overlay="0">
      <cx:tx>
        <cx:txData>
          <cx:v>Mass</cx:v>
        </cx:txData>
      </cx:tx>
      <cx:txPr>
        <a:bodyPr spcFirstLastPara="1" vertOverflow="ellipsis" horzOverflow="overflow" wrap="square" lIns="0" tIns="0" rIns="0" bIns="0" anchor="ctr" anchorCtr="1"/>
        <a:lstStyle/>
        <a:p>
          <a:pPr algn="ctr" rtl="0">
            <a:defRPr/>
          </a:pPr>
          <a:r>
            <a:rPr lang="en-US" sz="1400" b="0" i="0" u="none" strike="noStrike" baseline="0">
              <a:solidFill>
                <a:sysClr val="windowText" lastClr="000000">
                  <a:lumMod val="65000"/>
                  <a:lumOff val="35000"/>
                </a:sysClr>
              </a:solidFill>
              <a:latin typeface="Aptos Narrow" panose="02110004020202020204"/>
            </a:rPr>
            <a:t>Mass</a:t>
          </a:r>
        </a:p>
      </cx:txPr>
    </cx:title>
    <cx:plotArea>
      <cx:plotAreaRegion>
        <cx:series layoutId="clusteredColumn" uniqueId="{98E94D55-B0FB-48FB-AC78-638F60C92DC7}">
          <cx:tx>
            <cx:txData>
              <cx:f>'leave edited'!$H$1</cx:f>
              <cx:v>Mass (g)</cx:v>
            </cx:txData>
          </cx:tx>
          <cx:dataLabels/>
          <cx:dataId val="0"/>
          <cx:layoutPr>
            <cx:binning intervalClosed="r" underflow="0" overflow="1">
              <cx:binCount val="30"/>
            </cx:binning>
          </cx:layoutPr>
        </cx:series>
      </cx:plotAreaRegion>
      <cx:axis id="0">
        <cx:catScaling gapWidth="0"/>
        <cx:tickLabels/>
        <cx:numFmt formatCode="#,##0.00" sourceLinked="0"/>
      </cx:axis>
      <cx:axis id="1">
        <cx:valScaling/>
        <cx:majorGridlines/>
        <cx:tickLabels/>
      </cx:axis>
    </cx:plotArea>
  </cx:chart>
</cx:chartSpace>
</file>

<file path=ppt/charts/chartEx13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numDim type="val">
        <cx:f>'leave edited'!$C$2:$C$738</cx:f>
        <cx:lvl ptCount="737" formatCode="General">
          <cx:pt idx="0">38.786000000000001</cx:pt>
          <cx:pt idx="1">18.295999999999999</cx:pt>
          <cx:pt idx="2">29.193999999999999</cx:pt>
          <cx:pt idx="3">2.133</cx:pt>
          <cx:pt idx="4">23.475999999999999</cx:pt>
          <cx:pt idx="5">2.5960000000000001</cx:pt>
          <cx:pt idx="6">18.186</cx:pt>
          <cx:pt idx="7">12.009</cx:pt>
          <cx:pt idx="8">5.165</cx:pt>
          <cx:pt idx="9">13.228</cx:pt>
          <cx:pt idx="10">30.317</cx:pt>
          <cx:pt idx="11">23.736000000000001</cx:pt>
          <cx:pt idx="12">27.273</cx:pt>
          <cx:pt idx="13">27.363</cx:pt>
          <cx:pt idx="14">37.582999999999998</cx:pt>
          <cx:pt idx="15">12.794</cx:pt>
          <cx:pt idx="16">28.023</cx:pt>
          <cx:pt idx="17">22.177</cx:pt>
          <cx:pt idx="18">30.782</cx:pt>
          <cx:pt idx="19">26.718</cx:pt>
          <cx:pt idx="20">32.945999999999998</cx:pt>
          <cx:pt idx="21">34.323</cx:pt>
          <cx:pt idx="22">32.631999999999998</cx:pt>
          <cx:pt idx="23">34.209000000000003</cx:pt>
          <cx:pt idx="24">18.751000000000001</cx:pt>
          <cx:pt idx="25">18.363</cx:pt>
          <cx:pt idx="26">33.780999999999999</cx:pt>
          <cx:pt idx="27">36.656999999999996</cx:pt>
          <cx:pt idx="28">41.966999999999999</cx:pt>
          <cx:pt idx="29">49.259999999999998</cx:pt>
          <cx:pt idx="30">26.288</cx:pt>
          <cx:pt idx="31">16.427</cx:pt>
          <cx:pt idx="32">47.927</cx:pt>
          <cx:pt idx="33">40.554000000000002</cx:pt>
          <cx:pt idx="34">43.911000000000001</cx:pt>
          <cx:pt idx="35">43.896000000000001</cx:pt>
          <cx:pt idx="36">32.546999999999997</cx:pt>
          <cx:pt idx="37">30.151</cx:pt>
          <cx:pt idx="38">52.404000000000003</cx:pt>
          <cx:pt idx="39">596.58500000000004</cx:pt>
          <cx:pt idx="40">27.603000000000002</cx:pt>
          <cx:pt idx="41">48.713000000000001</cx:pt>
          <cx:pt idx="42">43.659999999999997</cx:pt>
          <cx:pt idx="43">31.321999999999999</cx:pt>
          <cx:pt idx="44">41.165999999999997</cx:pt>
          <cx:pt idx="45">42.795999999999999</cx:pt>
          <cx:pt idx="46">34.121000000000002</cx:pt>
          <cx:pt idx="47">29.135000000000002</cx:pt>
          <cx:pt idx="48">46.259</cx:pt>
          <cx:pt idx="49">46.424999999999997</cx:pt>
          <cx:pt idx="50">48.551000000000002</cx:pt>
          <cx:pt idx="51">43.610999999999997</cx:pt>
          <cx:pt idx="52">51.125</cx:pt>
          <cx:pt idx="53">25.541</cx:pt>
          <cx:pt idx="54">44.808</cx:pt>
          <cx:pt idx="55">38.914999999999999</cx:pt>
          <cx:pt idx="56">50.917999999999999</cx:pt>
          <cx:pt idx="57">34.002000000000002</cx:pt>
          <cx:pt idx="58">49.759</cx:pt>
          <cx:pt idx="59">29.582000000000001</cx:pt>
          <cx:pt idx="60">45.933999999999997</cx:pt>
          <cx:pt idx="61">12.505000000000001</cx:pt>
          <cx:pt idx="62">105.38200000000001</cx:pt>
          <cx:pt idx="63">130.65799999999999</cx:pt>
          <cx:pt idx="64">22.297999999999998</cx:pt>
          <cx:pt idx="65">38.639000000000003</cx:pt>
          <cx:pt idx="66">44.371000000000002</cx:pt>
          <cx:pt idx="67">43.761000000000003</cx:pt>
          <cx:pt idx="68">59.984000000000002</cx:pt>
          <cx:pt idx="69">54.749000000000002</cx:pt>
          <cx:pt idx="70">53.340000000000003</cx:pt>
          <cx:pt idx="71">44.656999999999996</cx:pt>
          <cx:pt idx="72">49.816000000000003</cx:pt>
          <cx:pt idx="73">44.203000000000003</cx:pt>
          <cx:pt idx="74">13.034000000000001</cx:pt>
          <cx:pt idx="75">74.781999999999996</cx:pt>
          <cx:pt idx="76">66.998999999999995</cx:pt>
          <cx:pt idx="77">48.731999999999999</cx:pt>
          <cx:pt idx="78">47.463000000000001</cx:pt>
          <cx:pt idx="79">39.423999999999999</cx:pt>
          <cx:pt idx="80">26.091999999999999</cx:pt>
          <cx:pt idx="81">54.975000000000001</cx:pt>
          <cx:pt idx="82">18.449000000000002</cx:pt>
          <cx:pt idx="83">61.761000000000003</cx:pt>
          <cx:pt idx="84">56.207000000000001</cx:pt>
          <cx:pt idx="85">56.649999999999999</cx:pt>
          <cx:pt idx="86">50.514000000000003</cx:pt>
          <cx:pt idx="87">64.759</cx:pt>
          <cx:pt idx="88">59.478999999999999</cx:pt>
          <cx:pt idx="89">57.386000000000003</cx:pt>
          <cx:pt idx="90">45.847999999999999</cx:pt>
          <cx:pt idx="91">50.237000000000002</cx:pt>
          <cx:pt idx="92">67.834000000000003</cx:pt>
          <cx:pt idx="93">61.182000000000002</cx:pt>
          <cx:pt idx="94">61.573999999999998</cx:pt>
          <cx:pt idx="95">65.900999999999996</cx:pt>
          <cx:pt idx="96">8.8650000000000002</cx:pt>
          <cx:pt idx="97">67.311000000000007</cx:pt>
          <cx:pt idx="98">62.305</cx:pt>
          <cx:pt idx="99">57.573999999999998</cx:pt>
          <cx:pt idx="100">35.435000000000002</cx:pt>
          <cx:pt idx="101">47.902999999999999</cx:pt>
          <cx:pt idx="102">38.994999999999997</cx:pt>
          <cx:pt idx="103">59.061999999999998</cx:pt>
          <cx:pt idx="104">61.712000000000003</cx:pt>
          <cx:pt idx="105">37.155000000000001</cx:pt>
          <cx:pt idx="106">61.279000000000003</cx:pt>
          <cx:pt idx="107">79.700999999999993</cx:pt>
          <cx:pt idx="108">76.915999999999997</cx:pt>
          <cx:pt idx="109">74.807000000000002</cx:pt>
          <cx:pt idx="110">77.768000000000001</cx:pt>
          <cx:pt idx="111">64.075999999999993</cx:pt>
          <cx:pt idx="112">40.758000000000003</cx:pt>
          <cx:pt idx="113">63.856000000000002</cx:pt>
          <cx:pt idx="114">61.106999999999999</cx:pt>
          <cx:pt idx="115">71.363</cx:pt>
          <cx:pt idx="116">66.822000000000003</cx:pt>
          <cx:pt idx="117">71.102000000000004</cx:pt>
          <cx:pt idx="118">71.855999999999995</cx:pt>
          <cx:pt idx="119">12.500999999999999</cx:pt>
          <cx:pt idx="120">87.064999999999998</cx:pt>
          <cx:pt idx="121">121.047</cx:pt>
          <cx:pt idx="122">64.460999999999999</cx:pt>
          <cx:pt idx="123">69.108999999999995</cx:pt>
          <cx:pt idx="124">52.814</cx:pt>
          <cx:pt idx="125">78.894000000000005</cx:pt>
          <cx:pt idx="126">68.025999999999996</cx:pt>
          <cx:pt idx="127">76.613</cx:pt>
          <cx:pt idx="128">50.863</cx:pt>
          <cx:pt idx="129">51.843000000000004</cx:pt>
          <cx:pt idx="130">70.280000000000001</cx:pt>
          <cx:pt idx="131">82.361999999999995</cx:pt>
          <cx:pt idx="132">70.861999999999995</cx:pt>
          <cx:pt idx="133">45.915999999999997</cx:pt>
          <cx:pt idx="134">71.813000000000002</cx:pt>
          <cx:pt idx="135">58.420999999999999</cx:pt>
          <cx:pt idx="136">71.986999999999995</cx:pt>
          <cx:pt idx="137">30.744</cx:pt>
          <cx:pt idx="138">76.230999999999995</cx:pt>
          <cx:pt idx="139">34.195</cx:pt>
          <cx:pt idx="140">84.015000000000001</cx:pt>
          <cx:pt idx="141">46.359000000000002</cx:pt>
          <cx:pt idx="142">79.296000000000006</cx:pt>
          <cx:pt idx="143">99.864999999999995</cx:pt>
          <cx:pt idx="144">47.392000000000003</cx:pt>
          <cx:pt idx="145">73.576999999999998</cx:pt>
          <cx:pt idx="146">91.915000000000006</cx:pt>
          <cx:pt idx="147">80.969999999999999</cx:pt>
          <cx:pt idx="148">78.441999999999993</cx:pt>
          <cx:pt idx="149">70.119</cx:pt>
          <cx:pt idx="150">93.097999999999999</cx:pt>
          <cx:pt idx="151">64.986999999999995</cx:pt>
          <cx:pt idx="152">70.167000000000002</cx:pt>
          <cx:pt idx="153">90.832999999999998</cx:pt>
          <cx:pt idx="154">109.117</cx:pt>
          <cx:pt idx="155">56.350999999999999</cx:pt>
          <cx:pt idx="156">28.788</cx:pt>
          <cx:pt idx="157">93.263999999999996</cx:pt>
          <cx:pt idx="158">62.521000000000001</cx:pt>
          <cx:pt idx="159">85.911000000000001</cx:pt>
          <cx:pt idx="160">48.024999999999999</cx:pt>
          <cx:pt idx="161">35.537999999999997</cx:pt>
          <cx:pt idx="162">39.597000000000001</cx:pt>
          <cx:pt idx="163">66.007000000000005</cx:pt>
          <cx:pt idx="164">75.344999999999999</cx:pt>
          <cx:pt idx="165">72.019000000000005</cx:pt>
          <cx:pt idx="166">97.616</cx:pt>
          <cx:pt idx="167">51.101999999999997</cx:pt>
          <cx:pt idx="168">70.817999999999998</cx:pt>
          <cx:pt idx="169">95.981999999999999</cx:pt>
          <cx:pt idx="170">74.141000000000005</cx:pt>
          <cx:pt idx="171">73.638000000000005</cx:pt>
          <cx:pt idx="172">84.646000000000001</cx:pt>
          <cx:pt idx="173">64.584000000000003</cx:pt>
          <cx:pt idx="174">36.311</cx:pt>
          <cx:pt idx="175">107.322</cx:pt>
          <cx:pt idx="176">171.291</cx:pt>
          <cx:pt idx="177">115.733</cx:pt>
          <cx:pt idx="178">63.207999999999998</cx:pt>
          <cx:pt idx="179">35.716999999999999</cx:pt>
          <cx:pt idx="180">78.120000000000005</cx:pt>
          <cx:pt idx="181">37.143999999999998</cx:pt>
          <cx:pt idx="182">64.177999999999997</cx:pt>
          <cx:pt idx="183">78.400999999999996</cx:pt>
          <cx:pt idx="184">55.768999999999998</cx:pt>
          <cx:pt idx="185">79.421000000000006</cx:pt>
          <cx:pt idx="186">98.144999999999996</cx:pt>
          <cx:pt idx="187">59.197000000000003</cx:pt>
          <cx:pt idx="188">67.251999999999995</cx:pt>
          <cx:pt idx="189">68.741</cx:pt>
          <cx:pt idx="190">80.129999999999995</cx:pt>
          <cx:pt idx="191">19.053999999999998</cx:pt>
          <cx:pt idx="192">103.911</cx:pt>
          <cx:pt idx="193">48.838999999999999</cx:pt>
          <cx:pt idx="194">118.51600000000001</cx:pt>
          <cx:pt idx="195">88.412000000000006</cx:pt>
          <cx:pt idx="196">77.313000000000002</cx:pt>
          <cx:pt idx="197">10.894</cx:pt>
          <cx:pt idx="198">72.813000000000002</cx:pt>
          <cx:pt idx="199">33.447000000000003</cx:pt>
          <cx:pt idx="200">106.05</cx:pt>
          <cx:pt idx="201">78.915999999999997</cx:pt>
          <cx:pt idx="202">0.161</cx:pt>
          <cx:pt idx="203">92.902000000000001</cx:pt>
          <cx:pt idx="204">81.730000000000004</cx:pt>
          <cx:pt idx="205">105.80500000000001</cx:pt>
          <cx:pt idx="206">83.962000000000003</cx:pt>
          <cx:pt idx="207">103.485</cx:pt>
          <cx:pt idx="208">112.279</cx:pt>
          <cx:pt idx="209">121.86799999999999</cx:pt>
          <cx:pt idx="210">89.079999999999998</cx:pt>
          <cx:pt idx="211">101.02200000000001</cx:pt>
          <cx:pt idx="212">86.037000000000006</cx:pt>
          <cx:pt idx="213">98.611000000000004</cx:pt>
          <cx:pt idx="214">101.75</cx:pt>
          <cx:pt idx="215">102.88500000000001</cx:pt>
          <cx:pt idx="216">99.703999999999994</cx:pt>
          <cx:pt idx="217">45.939</cx:pt>
          <cx:pt idx="218">39.814</cx:pt>
          <cx:pt idx="219">187.91800000000001</cx:pt>
          <cx:pt idx="220">128.29599999999999</cx:pt>
          <cx:pt idx="221">69.510000000000005</cx:pt>
          <cx:pt idx="222">77.796000000000006</cx:pt>
          <cx:pt idx="223">79.718999999999994</cx:pt>
          <cx:pt idx="224">82.920000000000002</cx:pt>
          <cx:pt idx="225">96.296999999999997</cx:pt>
          <cx:pt idx="226">82.944000000000003</cx:pt>
          <cx:pt idx="227">93.260000000000005</cx:pt>
          <cx:pt idx="228">58.097999999999999</cx:pt>
          <cx:pt idx="229">89.787000000000006</cx:pt>
          <cx:pt idx="230">98.822000000000003</cx:pt>
          <cx:pt idx="231">121.349</cx:pt>
          <cx:pt idx="232">82.489000000000004</cx:pt>
          <cx:pt idx="233">107.315</cx:pt>
          <cx:pt idx="234">97.742000000000004</cx:pt>
          <cx:pt idx="235">82.338999999999999</cx:pt>
          <cx:pt idx="236">126.069</cx:pt>
          <cx:pt idx="237">87.647999999999996</cx:pt>
          <cx:pt idx="238">43.161999999999999</cx:pt>
          <cx:pt idx="239">117.675</cx:pt>
          <cx:pt idx="240">101.667</cx:pt>
          <cx:pt idx="241">68.867000000000004</cx:pt>
          <cx:pt idx="242">84.004999999999995</cx:pt>
          <cx:pt idx="243">110.319</cx:pt>
          <cx:pt idx="244">79.564999999999998</cx:pt>
          <cx:pt idx="245">94.25</cx:pt>
          <cx:pt idx="246">134.57400000000001</cx:pt>
          <cx:pt idx="247">112.889</cx:pt>
          <cx:pt idx="248">93.019999999999996</cx:pt>
          <cx:pt idx="249">72.084999999999994</cx:pt>
          <cx:pt idx="250">42.945</cx:pt>
          <cx:pt idx="251">79.715999999999994</cx:pt>
          <cx:pt idx="252">107.191</cx:pt>
          <cx:pt idx="253">137.16900000000001</cx:pt>
          <cx:pt idx="254">121.887</cx:pt>
          <cx:pt idx="255">167.45500000000001</cx:pt>
          <cx:pt idx="256">32.174999999999997</cx:pt>
          <cx:pt idx="257">128.62700000000001</cx:pt>
          <cx:pt idx="258">128.68000000000001</cx:pt>
          <cx:pt idx="259">135.94</cx:pt>
          <cx:pt idx="260">129.26599999999999</cx:pt>
          <cx:pt idx="261">123.518</cx:pt>
          <cx:pt idx="262">97.882000000000005</cx:pt>
          <cx:pt idx="263">120.672</cx:pt>
          <cx:pt idx="264">87.799000000000007</cx:pt>
          <cx:pt idx="265">64.926000000000002</cx:pt>
          <cx:pt idx="266">107.905</cx:pt>
          <cx:pt idx="267">102.274</cx:pt>
          <cx:pt idx="268">119.599</cx:pt>
          <cx:pt idx="269">132.62200000000001</cx:pt>
          <cx:pt idx="270">160.01599999999999</cx:pt>
          <cx:pt idx="271">92.588999999999999</cx:pt>
          <cx:pt idx="272">103.898</cx:pt>
          <cx:pt idx="273">46.076999999999998</cx:pt>
          <cx:pt idx="274">122.26900000000001</cx:pt>
          <cx:pt idx="275">98.751000000000005</cx:pt>
          <cx:pt idx="276">138.01900000000001</cx:pt>
          <cx:pt idx="277">128.822</cx:pt>
          <cx:pt idx="278">147.637</cx:pt>
          <cx:pt idx="279">108.532</cx:pt>
          <cx:pt idx="280">43.219999999999999</cx:pt>
          <cx:pt idx="281">135.505</cx:pt>
          <cx:pt idx="282">124.18000000000001</cx:pt>
          <cx:pt idx="283">96.253</cx:pt>
          <cx:pt idx="284">127.20999999999999</cx:pt>
          <cx:pt idx="285">73.331999999999994</cx:pt>
          <cx:pt idx="286">125.79300000000001</cx:pt>
          <cx:pt idx="287">158.50200000000001</cx:pt>
          <cx:pt idx="288">28.210000000000001</cx:pt>
          <cx:pt idx="289">42.643000000000001</cx:pt>
          <cx:pt idx="290">110.92</cx:pt>
          <cx:pt idx="291">106.443</cx:pt>
          <cx:pt idx="292">132.69499999999999</cx:pt>
          <cx:pt idx="293">88.959000000000003</cx:pt>
          <cx:pt idx="294">138.393</cx:pt>
          <cx:pt idx="295">144.31999999999999</cx:pt>
          <cx:pt idx="296">58.527000000000001</cx:pt>
          <cx:pt idx="297">145.91999999999999</cx:pt>
          <cx:pt idx="298">120.05200000000001</cx:pt>
          <cx:pt idx="299">148.33500000000001</cx:pt>
          <cx:pt idx="300">162.053</cx:pt>
          <cx:pt idx="301">117.685</cx:pt>
          <cx:pt idx="302">140.91999999999999</cx:pt>
          <cx:pt idx="303">145.65000000000001</cx:pt>
          <cx:pt idx="304">3.327</cx:pt>
          <cx:pt idx="305">24.959</cx:pt>
          <cx:pt idx="306">24.273</cx:pt>
          <cx:pt idx="307">101.361</cx:pt>
          <cx:pt idx="308">163.001</cx:pt>
          <cx:pt idx="309">177.26599999999999</cx:pt>
          <cx:pt idx="310">112.928</cx:pt>
          <cx:pt idx="311">163.31700000000001</cx:pt>
          <cx:pt idx="312">171.37899999999999</cx:pt>
          <cx:pt idx="313">170.57300000000001</cx:pt>
          <cx:pt idx="314">108.874</cx:pt>
          <cx:pt idx="315">117.38800000000001</cx:pt>
          <cx:pt idx="316">37.097999999999999</cx:pt>
          <cx:pt idx="317">131.06899999999999</cx:pt>
          <cx:pt idx="318">151.79400000000001</cx:pt>
          <cx:pt idx="319">158.00800000000001</cx:pt>
          <cx:pt idx="320">118.69</cx:pt>
          <cx:pt idx="321">138.46100000000001</cx:pt>
          <cx:pt idx="322">85.522000000000006</cx:pt>
          <cx:pt idx="323">151.12</cx:pt>
          <cx:pt idx="324">15.571</cx:pt>
          <cx:pt idx="325">127.407</cx:pt>
          <cx:pt idx="326">111.67100000000001</cx:pt>
          <cx:pt idx="327">111.56699999999999</cx:pt>
          <cx:pt idx="328">120.444</cx:pt>
          <cx:pt idx="329">108.402</cx:pt>
          <cx:pt idx="330">226.71299999999999</cx:pt>
          <cx:pt idx="331">86.239000000000004</cx:pt>
          <cx:pt idx="332">141.05000000000001</cx:pt>
          <cx:pt idx="333">102.06999999999999</cx:pt>
          <cx:pt idx="334">111.501</cx:pt>
          <cx:pt idx="335">100.779</cx:pt>
          <cx:pt idx="336">131.52699999999999</cx:pt>
          <cx:pt idx="337">137.59999999999999</cx:pt>
          <cx:pt idx="338">152.88900000000001</cx:pt>
          <cx:pt idx="339">156.685</cx:pt>
          <cx:pt idx="340">170.05699999999999</cx:pt>
          <cx:pt idx="341">169.41499999999999</cx:pt>
          <cx:pt idx="342">142.72900000000001</cx:pt>
          <cx:pt idx="343">138.446</cx:pt>
          <cx:pt idx="344">158.256</cx:pt>
          <cx:pt idx="345">125.67100000000001</cx:pt>
          <cx:pt idx="346">132.19300000000001</cx:pt>
          <cx:pt idx="347">100.79000000000001</cx:pt>
          <cx:pt idx="348">51.911999999999999</cx:pt>
          <cx:pt idx="349">189.64500000000001</cx:pt>
          <cx:pt idx="350">129.43199999999999</cx:pt>
          <cx:pt idx="351">156.39699999999999</cx:pt>
          <cx:pt idx="352">169.80199999999999</cx:pt>
          <cx:pt idx="353">131.62100000000001</cx:pt>
          <cx:pt idx="354">104.622</cx:pt>
          <cx:pt idx="355">27.835999999999999</cx:pt>
          <cx:pt idx="356">174.065</cx:pt>
          <cx:pt idx="357">168.54599999999999</cx:pt>
          <cx:pt idx="358">133.10400000000001</cx:pt>
          <cx:pt idx="359">165.36600000000001</cx:pt>
          <cx:pt idx="360">145.22900000000001</cx:pt>
          <cx:pt idx="361">167.13499999999999</cx:pt>
          <cx:pt idx="362">149.857</cx:pt>
          <cx:pt idx="363">175.07599999999999</cx:pt>
          <cx:pt idx="364">207.363</cx:pt>
          <cx:pt idx="365">180.09200000000001</cx:pt>
          <cx:pt idx="366">124.125</cx:pt>
          <cx:pt idx="367">67.841999999999999</cx:pt>
          <cx:pt idx="368">142.012</cx:pt>
          <cx:pt idx="369">129.846</cx:pt>
          <cx:pt idx="370">121.995</cx:pt>
          <cx:pt idx="371">196.72900000000001</cx:pt>
          <cx:pt idx="372">135.273</cx:pt>
          <cx:pt idx="373">117.855</cx:pt>
          <cx:pt idx="374">102.408</cx:pt>
          <cx:pt idx="375">161.33699999999999</cx:pt>
          <cx:pt idx="376">167.571</cx:pt>
          <cx:pt idx="377">139.315</cx:pt>
          <cx:pt idx="378">95.676000000000002</cx:pt>
          <cx:pt idx="379">151.47300000000001</cx:pt>
          <cx:pt idx="380">174.51400000000001</cx:pt>
          <cx:pt idx="381">206.97800000000001</cx:pt>
          <cx:pt idx="382">98.010000000000005</cx:pt>
          <cx:pt idx="383">124.01000000000001</cx:pt>
          <cx:pt idx="384">150.12</cx:pt>
          <cx:pt idx="385">142.464</cx:pt>
          <cx:pt idx="386">116.557</cx:pt>
          <cx:pt idx="387">125.39700000000001</cx:pt>
          <cx:pt idx="388">177.035</cx:pt>
          <cx:pt idx="389">153.285</cx:pt>
          <cx:pt idx="390">158.328</cx:pt>
          <cx:pt idx="391">164.459</cx:pt>
          <cx:pt idx="392">161.52799999999999</cx:pt>
          <cx:pt idx="393">136.32400000000001</cx:pt>
          <cx:pt idx="394">193.72399999999999</cx:pt>
          <cx:pt idx="395">44.079999999999998</cx:pt>
          <cx:pt idx="396">221.476</cx:pt>
          <cx:pt idx="397">47.810000000000002</cx:pt>
          <cx:pt idx="398">172.285</cx:pt>
          <cx:pt idx="399">182.535</cx:pt>
          <cx:pt idx="400">200.69300000000001</cx:pt>
          <cx:pt idx="401">228.44999999999999</cx:pt>
          <cx:pt idx="402">29.713000000000001</cx:pt>
          <cx:pt idx="403">162.43600000000001</cx:pt>
          <cx:pt idx="404">172.959</cx:pt>
          <cx:pt idx="405">160.899</cx:pt>
          <cx:pt idx="406">280.30099999999999</cx:pt>
          <cx:pt idx="407">173.33199999999999</cx:pt>
          <cx:pt idx="408">179.15000000000001</cx:pt>
          <cx:pt idx="409">226.22399999999999</cx:pt>
          <cx:pt idx="410">192.03999999999999</cx:pt>
          <cx:pt idx="411">206.69300000000001</cx:pt>
          <cx:pt idx="412">25.951000000000001</cx:pt>
          <cx:pt idx="413">139.559</cx:pt>
          <cx:pt idx="414">207.523</cx:pt>
          <cx:pt idx="415">156.953</cx:pt>
          <cx:pt idx="416">211.63499999999999</cx:pt>
          <cx:pt idx="417">174.399</cx:pt>
          <cx:pt idx="418">15.16</cx:pt>
          <cx:pt idx="419">226.09200000000001</cx:pt>
          <cx:pt idx="420">183.40199999999999</cx:pt>
          <cx:pt idx="421">176.643</cx:pt>
          <cx:pt idx="422">283.221</cx:pt>
          <cx:pt idx="423">201.089</cx:pt>
          <cx:pt idx="424">279.36799999999999</cx:pt>
          <cx:pt idx="425">65.981999999999999</cx:pt>
          <cx:pt idx="426">208.203</cx:pt>
          <cx:pt idx="427">202.74700000000001</cx:pt>
          <cx:pt idx="428">217.86000000000001</cx:pt>
          <cx:pt idx="429">247.38300000000001</cx:pt>
          <cx:pt idx="430">257.61900000000003</cx:pt>
          <cx:pt idx="431">236.23599999999999</cx:pt>
          <cx:pt idx="432">129.56800000000001</cx:pt>
          <cx:pt idx="433">98.932000000000002</cx:pt>
          <cx:pt idx="434">202.81399999999999</cx:pt>
          <cx:pt idx="435">191.221</cx:pt>
          <cx:pt idx="436">245.46899999999999</cx:pt>
          <cx:pt idx="437">284.488</cx:pt>
          <cx:pt idx="438">259.31599999999997</cx:pt>
          <cx:pt idx="439">207.13399999999999</cx:pt>
          <cx:pt idx="440">192.25299999999999</cx:pt>
          <cx:pt idx="441">118.259</cx:pt>
          <cx:pt idx="442">204.62</cx:pt>
          <cx:pt idx="443">221.73599999999999</cx:pt>
          <cx:pt idx="444">252.636</cx:pt>
          <cx:pt idx="445">240.08799999999999</cx:pt>
          <cx:pt idx="446">258.25200000000001</cx:pt>
          <cx:pt idx="447">159.018</cx:pt>
          <cx:pt idx="448">133.38200000000001</cx:pt>
          <cx:pt idx="449">210.53700000000001</cx:pt>
          <cx:pt idx="450">164.512</cx:pt>
          <cx:pt idx="451">241.16</cx:pt>
          <cx:pt idx="452">219.91900000000001</cx:pt>
          <cx:pt idx="453">298.35300000000001</cx:pt>
          <cx:pt idx="454">278.10500000000002</cx:pt>
          <cx:pt idx="455">195.803</cx:pt>
          <cx:pt idx="456">248.23099999999999</cx:pt>
          <cx:pt idx="457">247.53800000000001</cx:pt>
          <cx:pt idx="458">270.69099999999997</cx:pt>
          <cx:pt idx="459">259.98899999999998</cx:pt>
          <cx:pt idx="460">269.32900000000001</cx:pt>
          <cx:pt idx="461">211.86000000000001</cx:pt>
          <cx:pt idx="462">212.203</cx:pt>
          <cx:pt idx="463">248.75899999999999</cx:pt>
          <cx:pt idx="464">241.274</cx:pt>
          <cx:pt idx="465">324.411</cx:pt>
          <cx:pt idx="466">127.09099999999999</cx:pt>
          <cx:pt idx="467">194.035</cx:pt>
          <cx:pt idx="468">280.99200000000002</cx:pt>
          <cx:pt idx="469">172.167</cx:pt>
          <cx:pt idx="470">119.608</cx:pt>
          <cx:pt idx="471">207.006</cx:pt>
          <cx:pt idx="472">261.59699999999998</cx:pt>
          <cx:pt idx="473">175.779</cx:pt>
          <cx:pt idx="474">239.91999999999999</cx:pt>
          <cx:pt idx="475">173.02699999999999</cx:pt>
          <cx:pt idx="476">240.86600000000001</cx:pt>
          <cx:pt idx="477">32.857999999999997</cx:pt>
          <cx:pt idx="478">173.733</cx:pt>
          <cx:pt idx="479">234.309</cx:pt>
          <cx:pt idx="480">300.93799999999999</cx:pt>
          <cx:pt idx="481">18.870000000000001</cx:pt>
          <cx:pt idx="482">237.28</cx:pt>
          <cx:pt idx="483">267.209</cx:pt>
          <cx:pt idx="484">157.72200000000001</cx:pt>
          <cx:pt idx="485">231.41</cx:pt>
          <cx:pt idx="486">260.39699999999999</cx:pt>
          <cx:pt idx="487">45.537999999999997</cx:pt>
          <cx:pt idx="488">224.745</cx:pt>
          <cx:pt idx="489">275.40800000000002</cx:pt>
          <cx:pt idx="490">275.50799999999998</cx:pt>
          <cx:pt idx="491">272.024</cx:pt>
          <cx:pt idx="492">245.524</cx:pt>
          <cx:pt idx="493">247.43700000000001</cx:pt>
          <cx:pt idx="494">271.92899999999997</cx:pt>
          <cx:pt idx="495">75.588999999999999</cx:pt>
          <cx:pt idx="496">248.77099999999999</cx:pt>
          <cx:pt idx="497">24.687999999999999</cx:pt>
          <cx:pt idx="498">243.33799999999999</cx:pt>
          <cx:pt idx="499">213.05699999999999</cx:pt>
          <cx:pt idx="500">277.84500000000003</cx:pt>
          <cx:pt idx="501">250.78100000000001</cx:pt>
          <cx:pt idx="502">255.11600000000001</cx:pt>
          <cx:pt idx="503">202.04900000000001</cx:pt>
          <cx:pt idx="504">345.96499999999997</cx:pt>
          <cx:pt idx="505">305.86200000000002</cx:pt>
          <cx:pt idx="506">293.86599999999999</cx:pt>
          <cx:pt idx="507">373.33699999999999</cx:pt>
          <cx:pt idx="508">244.72900000000001</cx:pt>
          <cx:pt idx="509">255.89500000000001</cx:pt>
          <cx:pt idx="510">251.03899999999999</cx:pt>
          <cx:pt idx="511">249.398</cx:pt>
          <cx:pt idx="512">267.23000000000002</cx:pt>
          <cx:pt idx="513">187.76900000000001</cx:pt>
          <cx:pt idx="514">307.98500000000001</cx:pt>
          <cx:pt idx="515">54.152000000000001</cx:pt>
          <cx:pt idx="516">316.08499999999998</cx:pt>
          <cx:pt idx="517">296.30900000000003</cx:pt>
          <cx:pt idx="518">303.09399999999999</cx:pt>
          <cx:pt idx="519">194.495</cx:pt>
          <cx:pt idx="520">269.262</cx:pt>
          <cx:pt idx="521">348.49900000000002</cx:pt>
          <cx:pt idx="522">237.78999999999999</cx:pt>
          <cx:pt idx="523">190.27500000000001</cx:pt>
          <cx:pt idx="524">375.50999999999999</cx:pt>
          <cx:pt idx="525">321.47399999999999</cx:pt>
          <cx:pt idx="526">325.18000000000001</cx:pt>
          <cx:pt idx="527">270.863</cx:pt>
          <cx:pt idx="528">325.75900000000001</cx:pt>
          <cx:pt idx="529">308.40899999999999</cx:pt>
          <cx:pt idx="530">336.39400000000001</cx:pt>
          <cx:pt idx="531">347.47699999999998</cx:pt>
          <cx:pt idx="532">258.11900000000003</cx:pt>
          <cx:pt idx="533">93.379000000000005</cx:pt>
          <cx:pt idx="534">419.86700000000002</cx:pt>
          <cx:pt idx="535">348.959</cx:pt>
          <cx:pt idx="536">431.61200000000002</cx:pt>
          <cx:pt idx="537">296.00299999999999</cx:pt>
          <cx:pt idx="538">413.42599999999999</cx:pt>
          <cx:pt idx="539">388.44299999999998</cx:pt>
          <cx:pt idx="540">185.97300000000001</cx:pt>
          <cx:pt idx="541">284.61099999999999</cx:pt>
          <cx:pt idx="542">93.433999999999997</cx:pt>
          <cx:pt idx="543">287.90499999999997</cx:pt>
          <cx:pt idx="544">397.63099999999997</cx:pt>
          <cx:pt idx="545">292.274</cx:pt>
          <cx:pt idx="546">355.19</cx:pt>
          <cx:pt idx="547">351.99400000000003</cx:pt>
          <cx:pt idx="548">416.15600000000001</cx:pt>
          <cx:pt idx="549">427.666</cx:pt>
          <cx:pt idx="550">416.80399999999997</cx:pt>
          <cx:pt idx="551">332.74000000000001</cx:pt>
          <cx:pt idx="552">404.77499999999998</cx:pt>
          <cx:pt idx="553">380.62299999999999</cx:pt>
          <cx:pt idx="554">397.91500000000002</cx:pt>
          <cx:pt idx="555">425.15499999999997</cx:pt>
          <cx:pt idx="556">397.44499999999999</cx:pt>
          <cx:pt idx="557">359.48599999999999</cx:pt>
          <cx:pt idx="558">402.01600000000002</cx:pt>
          <cx:pt idx="559">307.63900000000001</cx:pt>
          <cx:pt idx="560">320.72800000000001</cx:pt>
          <cx:pt idx="561">351.976</cx:pt>
          <cx:pt idx="562">355.464</cx:pt>
          <cx:pt idx="563">522.64300000000003</cx:pt>
          <cx:pt idx="564">491.48899999999998</cx:pt>
          <cx:pt idx="565">343.36200000000002</cx:pt>
          <cx:pt idx="566">435.37299999999999</cx:pt>
          <cx:pt idx="567">509.81700000000001</cx:pt>
          <cx:pt idx="568">527.53300000000002</cx:pt>
          <cx:pt idx="569">282.904</cx:pt>
          <cx:pt idx="570">377.036</cx:pt>
          <cx:pt idx="571">343.18299999999999</cx:pt>
          <cx:pt idx="572">414.41500000000002</cx:pt>
          <cx:pt idx="573">493.548</cx:pt>
          <cx:pt idx="574">519.67700000000002</cx:pt>
          <cx:pt idx="575">508.82900000000001</cx:pt>
          <cx:pt idx="576">530.71699999999998</cx:pt>
          <cx:pt idx="577">420.23599999999999</cx:pt>
          <cx:pt idx="578">368.03100000000001</cx:pt>
          <cx:pt idx="579">523.57100000000003</cx:pt>
          <cx:pt idx="580">454.86700000000002</cx:pt>
          <cx:pt idx="581">287.73899999999998</cx:pt>
          <cx:pt idx="582">427.82600000000002</cx:pt>
          <cx:pt idx="583">308.37900000000002</cx:pt>
          <cx:pt idx="584">522.40499999999997</cx:pt>
          <cx:pt idx="585">376.846</cx:pt>
          <cx:pt idx="586">504.488</cx:pt>
          <cx:pt idx="587">592.40300000000002</cx:pt>
          <cx:pt idx="588">164.625</cx:pt>
          <cx:pt idx="589">394.80599999999998</cx:pt>
          <cx:pt idx="590">121.02</cx:pt>
          <cx:pt idx="591">387.66199999999998</cx:pt>
          <cx:pt idx="592">679.00400000000002</cx:pt>
          <cx:pt idx="593">562.58900000000006</cx:pt>
          <cx:pt idx="594">88.888000000000005</cx:pt>
          <cx:pt idx="595">570.40200000000004</cx:pt>
          <cx:pt idx="596">531.54600000000005</cx:pt>
          <cx:pt idx="597">431.48500000000001</cx:pt>
          <cx:pt idx="598">593.09500000000003</cx:pt>
          <cx:pt idx="599">463.55900000000003</cx:pt>
          <cx:pt idx="600">546.23500000000001</cx:pt>
          <cx:pt idx="601">625.92100000000005</cx:pt>
          <cx:pt idx="602">187.304</cx:pt>
          <cx:pt idx="603">609.09100000000001</cx:pt>
          <cx:pt idx="604">657.88599999999997</cx:pt>
          <cx:pt idx="605">466.75700000000001</cx:pt>
          <cx:pt idx="606">620.803</cx:pt>
          <cx:pt idx="607">369.99900000000002</cx:pt>
          <cx:pt idx="608">561.04999999999995</cx:pt>
          <cx:pt idx="609">660.61599999999999</cx:pt>
          <cx:pt idx="610">579.99699999999996</cx:pt>
          <cx:pt idx="611">562.34500000000003</cx:pt>
          <cx:pt idx="612">407.37900000000002</cx:pt>
          <cx:pt idx="613">663.80200000000002</cx:pt>
          <cx:pt idx="614">462.17399999999998</cx:pt>
          <cx:pt idx="615">704.38599999999997</cx:pt>
          <cx:pt idx="616">623.54700000000003</cx:pt>
          <cx:pt idx="617">710.57600000000002</cx:pt>
          <cx:pt idx="618">793.07799999999997</cx:pt>
          <cx:pt idx="619">740.77300000000002</cx:pt>
          <cx:pt idx="620">218.297</cx:pt>
          <cx:pt idx="621">788.45100000000002</cx:pt>
          <cx:pt idx="622">827.44799999999998</cx:pt>
          <cx:pt idx="623">470.09399999999999</cx:pt>
          <cx:pt idx="624">529.27999999999997</cx:pt>
          <cx:pt idx="625">696.476</cx:pt>
          <cx:pt idx="626">242.13900000000001</cx:pt>
          <cx:pt idx="627">877.31399999999996</cx:pt>
          <cx:pt idx="628">847.25800000000004</cx:pt>
          <cx:pt idx="629">724.08500000000004</cx:pt>
          <cx:pt idx="630">717.85699999999997</cx:pt>
          <cx:pt idx="631">625.21299999999997</cx:pt>
          <cx:pt idx="632">709.61099999999999</cx:pt>
          <cx:pt idx="633">756.82500000000005</cx:pt>
          <cx:pt idx="634">638.24800000000005</cx:pt>
          <cx:pt idx="635">481.298</cx:pt>
          <cx:pt idx="636">916.34799999999996</cx:pt>
          <cx:pt idx="637">707.45399999999995</cx:pt>
          <cx:pt idx="638">977.43200000000002</cx:pt>
          <cx:pt idx="639">695.77999999999997</cx:pt>
          <cx:pt idx="640">840.23000000000002</cx:pt>
          <cx:pt idx="641">794.71699999999998</cx:pt>
          <cx:pt idx="642">1051.588</cx:pt>
          <cx:pt idx="643">788.67999999999995</cx:pt>
          <cx:pt idx="644">1008.224</cx:pt>
          <cx:pt idx="645">785.70399999999995</cx:pt>
          <cx:pt idx="646">731.13699999999994</cx:pt>
          <cx:pt idx="647">741.35299999999995</cx:pt>
          <cx:pt idx="648">651.42499999999995</cx:pt>
          <cx:pt idx="649">936.49599999999998</cx:pt>
          <cx:pt idx="650">1153.672</cx:pt>
          <cx:pt idx="651">1240.971</cx:pt>
          <cx:pt idx="652">1168.646</cx:pt>
          <cx:pt idx="653">1069.55</cx:pt>
          <cx:pt idx="654">846.90999999999997</cx:pt>
          <cx:pt idx="655">540.43600000000004</cx:pt>
          <cx:pt idx="656">1257.1980000000001</cx:pt>
          <cx:pt idx="657">1091.048</cx:pt>
          <cx:pt idx="658">1375.4200000000001</cx:pt>
          <cx:pt idx="659">1244.0509999999999</cx:pt>
          <cx:pt idx="660">8385.1720000000005</cx:pt>
          <cx:pt idx="661">1329.5999999999999</cx:pt>
          <cx:pt idx="662">1419.3019999999999</cx:pt>
          <cx:pt idx="663">1170.884</cx:pt>
          <cx:pt idx="664">976.75199999999995</cx:pt>
          <cx:pt idx="665">1224.211</cx:pt>
          <cx:pt idx="666">1325.9459999999999</cx:pt>
          <cx:pt idx="667">1377.9549999999999</cx:pt>
          <cx:pt idx="668">1058.6020000000001</cx:pt>
          <cx:pt idx="669">1416.143</cx:pt>
          <cx:pt idx="670">1297.001</cx:pt>
          <cx:pt idx="671">1617.402</cx:pt>
          <cx:pt idx="672">1400.6420000000001</cx:pt>
          <cx:pt idx="673">1318.2929999999999</cx:pt>
          <cx:pt idx="674">1177.027</cx:pt>
          <cx:pt idx="675">1382.462</cx:pt>
          <cx:pt idx="676">1463.8689999999999</cx:pt>
          <cx:pt idx="677">1466.8119999999999</cx:pt>
          <cx:pt idx="678">1214.24</cx:pt>
          <cx:pt idx="679">1665.9590000000001</cx:pt>
          <cx:pt idx="680">1357.4739999999999</cx:pt>
          <cx:pt idx="681">1573.48</cx:pt>
          <cx:pt idx="682">1284.2329999999999</cx:pt>
          <cx:pt idx="683">1717.258</cx:pt>
          <cx:pt idx="684">1288.9059999999999</cx:pt>
          <cx:pt idx="685">1770.077</cx:pt>
          <cx:pt idx="686">1926.5909999999999</cx:pt>
          <cx:pt idx="687">2168.1790000000001</cx:pt>
          <cx:pt idx="688">1663.4059999999999</cx:pt>
          <cx:pt idx="689">653.58299999999997</cx:pt>
          <cx:pt idx="690">2207.116</cx:pt>
          <cx:pt idx="691">1354.454</cx:pt>
          <cx:pt idx="692">1402.075</cx:pt>
          <cx:pt idx="693">1958.2329999999999</cx:pt>
          <cx:pt idx="694">2001.2860000000001</cx:pt>
          <cx:pt idx="695">2176.011</cx:pt>
          <cx:pt idx="696">255.15799999999999</cx:pt>
          <cx:pt idx="697">2296.6329999999998</cx:pt>
          <cx:pt idx="698">1176.165</cx:pt>
          <cx:pt idx="699">2065.3130000000001</cx:pt>
          <cx:pt idx="700">2554.77</cx:pt>
          <cx:pt idx="701">1552.826</cx:pt>
          <cx:pt idx="702">1797.337</cx:pt>
          <cx:pt idx="703">620.90200000000004</cx:pt>
          <cx:pt idx="704">2137.3389999999999</cx:pt>
          <cx:pt idx="705">2560.3939999999998</cx:pt>
          <cx:pt idx="706">2849.8200000000002</cx:pt>
          <cx:pt idx="707">2983.5859999999998</cx:pt>
          <cx:pt idx="708">3199.991</cx:pt>
          <cx:pt idx="709">719.76999999999998</cx:pt>
          <cx:pt idx="710">2949.797</cx:pt>
          <cx:pt idx="711">3881.5250000000001</cx:pt>
          <cx:pt idx="712">2083.306</cx:pt>
          <cx:pt idx="713">1382.4069999999999</cx:pt>
          <cx:pt idx="714">3649.509</cx:pt>
          <cx:pt idx="715">2764.2739999999999</cx:pt>
          <cx:pt idx="716">4285.1779999999999</cx:pt>
          <cx:pt idx="717">4645.915</cx:pt>
          <cx:pt idx="718">2710.1700000000001</cx:pt>
          <cx:pt idx="719">2508.5650000000001</cx:pt>
          <cx:pt idx="720">2142.848</cx:pt>
          <cx:pt idx="721">3387.4479999999999</cx:pt>
          <cx:pt idx="722">4697.2939999999999</cx:pt>
          <cx:pt idx="723">5083.6580000000004</cx:pt>
          <cx:pt idx="724">4598.6170000000002</cx:pt>
          <cx:pt idx="725">3456.9969999999998</cx:pt>
          <cx:pt idx="726">3999.7269999999999</cx:pt>
          <cx:pt idx="727">5669.5140000000001</cx:pt>
          <cx:pt idx="728">8902.8340000000007</cx:pt>
          <cx:pt idx="729">3333.373</cx:pt>
          <cx:pt idx="730">4180.2740000000003</cx:pt>
          <cx:pt idx="731">8227.1540000000005</cx:pt>
          <cx:pt idx="732">2215.663</cx:pt>
          <cx:pt idx="733">5636.5479999999998</cx:pt>
          <cx:pt idx="734">14125.232</cx:pt>
          <cx:pt idx="735">1507.567</cx:pt>
          <cx:pt idx="736">530.86699999999996</cx:pt>
        </cx:lvl>
      </cx:numDim>
    </cx:data>
  </cx:chartData>
  <cx:chart>
    <cx:title pos="t" align="ctr" overlay="0">
      <cx:tx>
        <cx:txData>
          <cx:v>Volume</cx:v>
        </cx:txData>
      </cx:tx>
      <cx:txPr>
        <a:bodyPr spcFirstLastPara="1" vertOverflow="ellipsis" horzOverflow="overflow" wrap="square" lIns="0" tIns="0" rIns="0" bIns="0" anchor="ctr" anchorCtr="1"/>
        <a:lstStyle/>
        <a:p>
          <a:pPr algn="ctr" rtl="0">
            <a:defRPr/>
          </a:pPr>
          <a:r>
            <a:rPr lang="en-US" sz="1400" b="0" i="0" u="none" strike="noStrike" baseline="0">
              <a:solidFill>
                <a:sysClr val="windowText" lastClr="000000">
                  <a:lumMod val="65000"/>
                  <a:lumOff val="35000"/>
                </a:sysClr>
              </a:solidFill>
              <a:latin typeface="Aptos Narrow" panose="02110004020202020204"/>
            </a:rPr>
            <a:t>Volume</a:t>
          </a:r>
        </a:p>
      </cx:txPr>
    </cx:title>
    <cx:plotArea>
      <cx:plotAreaRegion>
        <cx:series layoutId="clusteredColumn" uniqueId="{44F7B89C-2BDB-448F-8611-B0F884F1C112}">
          <cx:tx>
            <cx:txData>
              <cx:f>'leave edited'!$C$1</cx:f>
              <cx:v>Volume (mm³)</cx:v>
            </cx:txData>
          </cx:tx>
          <cx:dataLabels/>
          <cx:dataId val="0"/>
          <cx:layoutPr>
            <cx:binning intervalClosed="r" underflow="0" overflow="3000">
              <cx:binCount val="30"/>
            </cx:binning>
          </cx:layoutPr>
        </cx:series>
      </cx:plotAreaRegion>
      <cx:axis id="0">
        <cx:catScaling gapWidth="0"/>
        <cx:tickLabels/>
        <cx:numFmt formatCode="#,##0" sourceLinked="0"/>
      </cx:axis>
      <cx:axis id="1">
        <cx:valScaling/>
        <cx:majorGridlines/>
        <cx:tickLabels/>
      </cx:axis>
    </cx:plotArea>
  </cx:chart>
</cx:chartSpace>
</file>

<file path=ppt/charts/chartEx14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numDim type="val">
        <cx:f>'leave edited'!$D$2:$D$738</cx:f>
        <cx:lvl ptCount="737" formatCode="General">
          <cx:pt idx="0">114.776</cx:pt>
          <cx:pt idx="1">51.006</cx:pt>
          <cx:pt idx="2">57.880000000000003</cx:pt>
          <cx:pt idx="3">66.977999999999994</cx:pt>
          <cx:pt idx="4">92.644000000000005</cx:pt>
          <cx:pt idx="5">36.984999999999999</cx:pt>
          <cx:pt idx="6">41.393999999999998</cx:pt>
          <cx:pt idx="7">49.514000000000003</cx:pt>
          <cx:pt idx="8">50.927</cx:pt>
          <cx:pt idx="9">51.542000000000002</cx:pt>
          <cx:pt idx="10">72.966999999999999</cx:pt>
          <cx:pt idx="11">79.734999999999999</cx:pt>
          <cx:pt idx="12">120.86499999999999</cx:pt>
          <cx:pt idx="13">86.460999999999999</cx:pt>
          <cx:pt idx="14">104.23</cx:pt>
          <cx:pt idx="15">106.056</cx:pt>
          <cx:pt idx="16">142.423</cx:pt>
          <cx:pt idx="17">68.611000000000004</cx:pt>
          <cx:pt idx="18">97.754000000000005</cx:pt>
          <cx:pt idx="19">101.89400000000001</cx:pt>
          <cx:pt idx="20">113.538</cx:pt>
          <cx:pt idx="21">125.03700000000001</cx:pt>
          <cx:pt idx="22">134.36799999999999</cx:pt>
          <cx:pt idx="23">150.196</cx:pt>
          <cx:pt idx="24">150.76900000000001</cx:pt>
          <cx:pt idx="25">56.883000000000003</cx:pt>
          <cx:pt idx="26">86.337999999999994</cx:pt>
          <cx:pt idx="27">108.452</cx:pt>
          <cx:pt idx="28">109.67700000000001</cx:pt>
          <cx:pt idx="29">121.93000000000001</cx:pt>
          <cx:pt idx="30">126.453</cx:pt>
          <cx:pt idx="31">59.707000000000001</cx:pt>
          <cx:pt idx="32">117.199</cx:pt>
          <cx:pt idx="33">129.47200000000001</cx:pt>
          <cx:pt idx="34">130.273</cx:pt>
          <cx:pt idx="35">135.18600000000001</cx:pt>
          <cx:pt idx="36">143.595</cx:pt>
          <cx:pt idx="37">166.77699999999999</cx:pt>
          <cx:pt idx="38">209.483</cx:pt>
          <cx:pt idx="39">67.575000000000003</cx:pt>
          <cx:pt idx="40">80.912000000000006</cx:pt>
          <cx:pt idx="41">98.346000000000004</cx:pt>
          <cx:pt idx="42">108.023</cx:pt>
          <cx:pt idx="43">110.69799999999999</cx:pt>
          <cx:pt idx="44">123.185</cx:pt>
          <cx:pt idx="45">150.92400000000001</cx:pt>
          <cx:pt idx="46">81.518000000000001</cx:pt>
          <cx:pt idx="47">85.748000000000005</cx:pt>
          <cx:pt idx="48">87.852000000000004</cx:pt>
          <cx:pt idx="49">113.41800000000001</cx:pt>
          <cx:pt idx="50">128.83799999999999</cx:pt>
          <cx:pt idx="51">143.202</cx:pt>
          <cx:pt idx="52">173.32400000000001</cx:pt>
          <cx:pt idx="53">62.091999999999999</cx:pt>
          <cx:pt idx="54">89.643000000000001</cx:pt>
          <cx:pt idx="55">92.439999999999998</cx:pt>
          <cx:pt idx="56">100.08</cx:pt>
          <cx:pt idx="57">102.541</cx:pt>
          <cx:pt idx="58">103.923</cx:pt>
          <cx:pt idx="59">120.999</cx:pt>
          <cx:pt idx="60">122.2</cx:pt>
          <cx:pt idx="61">134.23500000000001</cx:pt>
          <cx:pt idx="62">166.49600000000001</cx:pt>
          <cx:pt idx="63">267.36099999999999</cx:pt>
          <cx:pt idx="64">77.959999999999994</cx:pt>
          <cx:pt idx="65">90.781999999999996</cx:pt>
          <cx:pt idx="66">95.725999999999999</cx:pt>
          <cx:pt idx="67">101.699</cx:pt>
          <cx:pt idx="68">129.47999999999999</cx:pt>
          <cx:pt idx="69">135.232</cx:pt>
          <cx:pt idx="70">136.001</cx:pt>
          <cx:pt idx="71">138.43299999999999</cx:pt>
          <cx:pt idx="72">143.358</cx:pt>
          <cx:pt idx="73">151.327</cx:pt>
          <cx:pt idx="74">160.172</cx:pt>
          <cx:pt idx="75">172.83199999999999</cx:pt>
          <cx:pt idx="76">181.255</cx:pt>
          <cx:pt idx="77">194.12799999999999</cx:pt>
          <cx:pt idx="78">97.991</cx:pt>
          <cx:pt idx="79">105.77500000000001</cx:pt>
          <cx:pt idx="80">115.127</cx:pt>
          <cx:pt idx="81">127.98999999999999</cx:pt>
          <cx:pt idx="82">132.72200000000001</cx:pt>
          <cx:pt idx="83">142.708</cx:pt>
          <cx:pt idx="84">145.904</cx:pt>
          <cx:pt idx="85">152.80799999999999</cx:pt>
          <cx:pt idx="86">183.482</cx:pt>
          <cx:pt idx="87">190.88300000000001</cx:pt>
          <cx:pt idx="88">216.821</cx:pt>
          <cx:pt idx="89">259.17399999999998</cx:pt>
          <cx:pt idx="90">113.855</cx:pt>
          <cx:pt idx="91">125.63500000000001</cx:pt>
          <cx:pt idx="92">129.74000000000001</cx:pt>
          <cx:pt idx="93">131.643</cx:pt>
          <cx:pt idx="94">132.405</cx:pt>
          <cx:pt idx="95">147.09700000000001</cx:pt>
          <cx:pt idx="96">160.334</cx:pt>
          <cx:pt idx="97">175.18899999999999</cx:pt>
          <cx:pt idx="98">178.94999999999999</cx:pt>
          <cx:pt idx="99">112.56699999999999</cx:pt>
          <cx:pt idx="100">118.676</cx:pt>
          <cx:pt idx="101">122.881</cx:pt>
          <cx:pt idx="102">134.887</cx:pt>
          <cx:pt idx="103">140.03</cx:pt>
          <cx:pt idx="104">142.93299999999999</cx:pt>
          <cx:pt idx="105">151.25800000000001</cx:pt>
          <cx:pt idx="106">158.85400000000001</cx:pt>
          <cx:pt idx="107">163.09899999999999</cx:pt>
          <cx:pt idx="108">169.68700000000001</cx:pt>
          <cx:pt idx="109">179.70599999999999</cx:pt>
          <cx:pt idx="110">185.62799999999999</cx:pt>
          <cx:pt idx="111">215.00800000000001</cx:pt>
          <cx:pt idx="112">90.728999999999999</cx:pt>
          <cx:pt idx="113">93.484999999999999</cx:pt>
          <cx:pt idx="114">112.878</cx:pt>
          <cx:pt idx="115">119.367</cx:pt>
          <cx:pt idx="116">121.61499999999999</cx:pt>
          <cx:pt idx="117">132.01499999999999</cx:pt>
          <cx:pt idx="118">154.47800000000001</cx:pt>
          <cx:pt idx="119">162.26499999999999</cx:pt>
          <cx:pt idx="120">198.49799999999999</cx:pt>
          <cx:pt idx="121">224.02799999999999</cx:pt>
          <cx:pt idx="122">117.065</cx:pt>
          <cx:pt idx="123">121.782</cx:pt>
          <cx:pt idx="124">126.672</cx:pt>
          <cx:pt idx="125">137.49299999999999</cx:pt>
          <cx:pt idx="126">140.24600000000001</cx:pt>
          <cx:pt idx="127">145.989</cx:pt>
          <cx:pt idx="128">162.92699999999999</cx:pt>
          <cx:pt idx="129">165.99799999999999</cx:pt>
          <cx:pt idx="130">194.02000000000001</cx:pt>
          <cx:pt idx="131">210.74199999999999</cx:pt>
          <cx:pt idx="132">226.565</cx:pt>
          <cx:pt idx="133">109.871</cx:pt>
          <cx:pt idx="134">112.032</cx:pt>
          <cx:pt idx="135">133.21000000000001</cx:pt>
          <cx:pt idx="136">137.82499999999999</cx:pt>
          <cx:pt idx="137">161.39500000000001</cx:pt>
          <cx:pt idx="138">161.792</cx:pt>
          <cx:pt idx="139">177.86000000000001</cx:pt>
          <cx:pt idx="140">181.12</cx:pt>
          <cx:pt idx="141">184.01499999999999</cx:pt>
          <cx:pt idx="142">217.56</cx:pt>
          <cx:pt idx="143">225.072</cx:pt>
          <cx:pt idx="144">95.896000000000001</cx:pt>
          <cx:pt idx="145">112.709</cx:pt>
          <cx:pt idx="146">140.25299999999999</cx:pt>
          <cx:pt idx="147">156.88399999999999</cx:pt>
          <cx:pt idx="148">174.86699999999999</cx:pt>
          <cx:pt idx="149">192.054</cx:pt>
          <cx:pt idx="150">215.20500000000001</cx:pt>
          <cx:pt idx="151">218.893</cx:pt>
          <cx:pt idx="152">241.70099999999999</cx:pt>
          <cx:pt idx="153">246.35400000000001</cx:pt>
          <cx:pt idx="154">256.24900000000002</cx:pt>
          <cx:pt idx="155">131.14400000000001</cx:pt>
          <cx:pt idx="156">134.54400000000001</cx:pt>
          <cx:pt idx="157">150.68700000000001</cx:pt>
          <cx:pt idx="158">221.386</cx:pt>
          <cx:pt idx="159">237.126</cx:pt>
          <cx:pt idx="160">486.94200000000001</cx:pt>
          <cx:pt idx="161">118.126</cx:pt>
          <cx:pt idx="162">118.41200000000001</cx:pt>
          <cx:pt idx="163">138.262</cx:pt>
          <cx:pt idx="164">139.69200000000001</cx:pt>
          <cx:pt idx="165">141.63399999999999</cx:pt>
          <cx:pt idx="166">153.96799999999999</cx:pt>
          <cx:pt idx="167">165.36099999999999</cx:pt>
          <cx:pt idx="168">171.441</cx:pt>
          <cx:pt idx="169">190.51599999999999</cx:pt>
          <cx:pt idx="170">297.48000000000002</cx:pt>
          <cx:pt idx="171">126.126</cx:pt>
          <cx:pt idx="172">150.03299999999999</cx:pt>
          <cx:pt idx="173">150.52099999999999</cx:pt>
          <cx:pt idx="174">165.815</cx:pt>
          <cx:pt idx="175">198.048</cx:pt>
          <cx:pt idx="176">201.84999999999999</cx:pt>
          <cx:pt idx="177">213</cx:pt>
          <cx:pt idx="178">229.47900000000001</cx:pt>
          <cx:pt idx="179">438.07299999999998</cx:pt>
          <cx:pt idx="180">112.07299999999999</cx:pt>
          <cx:pt idx="181">119.19799999999999</cx:pt>
          <cx:pt idx="182">130.67400000000001</cx:pt>
          <cx:pt idx="183">148.93100000000001</cx:pt>
          <cx:pt idx="184">188.16300000000001</cx:pt>
          <cx:pt idx="185">190.636</cx:pt>
          <cx:pt idx="186">198.97300000000001</cx:pt>
          <cx:pt idx="187">233.16499999999999</cx:pt>
          <cx:pt idx="188">137.59399999999999</cx:pt>
          <cx:pt idx="189">141.72399999999999</cx:pt>
          <cx:pt idx="190">150.35300000000001</cx:pt>
          <cx:pt idx="191">154.47900000000001</cx:pt>
          <cx:pt idx="192">157.328</cx:pt>
          <cx:pt idx="193">161.447</cx:pt>
          <cx:pt idx="194">167.40000000000001</cx:pt>
          <cx:pt idx="195">170.113</cx:pt>
          <cx:pt idx="196">186.29499999999999</cx:pt>
          <cx:pt idx="197">200.964</cx:pt>
          <cx:pt idx="198">216.75299999999999</cx:pt>
          <cx:pt idx="199">105.57299999999999</cx:pt>
          <cx:pt idx="200">138.61000000000001</cx:pt>
          <cx:pt idx="201">147.84700000000001</cx:pt>
          <cx:pt idx="202">166.06700000000001</cx:pt>
          <cx:pt idx="203">174.88800000000001</cx:pt>
          <cx:pt idx="204">186.65899999999999</cx:pt>
          <cx:pt idx="205">206.56299999999999</cx:pt>
          <cx:pt idx="206">221.744</cx:pt>
          <cx:pt idx="207">270.56299999999999</cx:pt>
          <cx:pt idx="208">282.45400000000001</cx:pt>
          <cx:pt idx="209">334.279</cx:pt>
          <cx:pt idx="210">132.916</cx:pt>
          <cx:pt idx="211">144.18199999999999</cx:pt>
          <cx:pt idx="212">144.58699999999999</cx:pt>
          <cx:pt idx="213">163.565</cx:pt>
          <cx:pt idx="214">169.499</cx:pt>
          <cx:pt idx="215">222.41200000000001</cx:pt>
          <cx:pt idx="216">223.44</cx:pt>
          <cx:pt idx="217">233.03399999999999</cx:pt>
          <cx:pt idx="218">237.81100000000001</cx:pt>
          <cx:pt idx="219">252.42699999999999</cx:pt>
          <cx:pt idx="220">299.274</cx:pt>
          <cx:pt idx="221">115.506</cx:pt>
          <cx:pt idx="222">130.43100000000001</cx:pt>
          <cx:pt idx="223">158.48599999999999</cx:pt>
          <cx:pt idx="224">169.09</cx:pt>
          <cx:pt idx="225">169.172</cx:pt>
          <cx:pt idx="226">197.90600000000001</cx:pt>
          <cx:pt idx="227">209.26900000000001</cx:pt>
          <cx:pt idx="228">287.85700000000003</cx:pt>
          <cx:pt idx="229">120.831</cx:pt>
          <cx:pt idx="230">163.75299999999999</cx:pt>
          <cx:pt idx="231">182.654</cx:pt>
          <cx:pt idx="232">184.59</cx:pt>
          <cx:pt idx="233">192.68299999999999</cx:pt>
          <cx:pt idx="234">209.28800000000001</cx:pt>
          <cx:pt idx="235">237.58699999999999</cx:pt>
          <cx:pt idx="236">287.36000000000001</cx:pt>
          <cx:pt idx="237">165.54400000000001</cx:pt>
          <cx:pt idx="238">180.31399999999999</cx:pt>
          <cx:pt idx="239">189.52099999999999</cx:pt>
          <cx:pt idx="240">192.679</cx:pt>
          <cx:pt idx="241">202.256</cx:pt>
          <cx:pt idx="242">204.81100000000001</cx:pt>
          <cx:pt idx="243">215.685</cx:pt>
          <cx:pt idx="244">267.81999999999999</cx:pt>
          <cx:pt idx="245">147.285</cx:pt>
          <cx:pt idx="246">150.65799999999999</cx:pt>
          <cx:pt idx="247">159.78700000000001</cx:pt>
          <cx:pt idx="248">165.51599999999999</cx:pt>
          <cx:pt idx="249">169.99199999999999</cx:pt>
          <cx:pt idx="250">172.72499999999999</cx:pt>
          <cx:pt idx="251">215.04900000000001</cx:pt>
          <cx:pt idx="252">236.82599999999999</cx:pt>
          <cx:pt idx="253">278.08199999999999</cx:pt>
          <cx:pt idx="254">283.81099999999998</cx:pt>
          <cx:pt idx="255">315.10500000000002</cx:pt>
          <cx:pt idx="256">149.12100000000001</cx:pt>
          <cx:pt idx="257">204.441</cx:pt>
          <cx:pt idx="258">206.494</cx:pt>
          <cx:pt idx="259">207.64500000000001</cx:pt>
          <cx:pt idx="260">216.51499999999999</cx:pt>
          <cx:pt idx="261">220.215</cx:pt>
          <cx:pt idx="262">135.94800000000001</cx:pt>
          <cx:pt idx="263">143.553</cx:pt>
          <cx:pt idx="264">161.96299999999999</cx:pt>
          <cx:pt idx="265">203.63</cx:pt>
          <cx:pt idx="266">231.83099999999999</cx:pt>
          <cx:pt idx="267">264.08199999999999</cx:pt>
          <cx:pt idx="268">287.86500000000001</cx:pt>
          <cx:pt idx="269">330.202</cx:pt>
          <cx:pt idx="270">343.572</cx:pt>
          <cx:pt idx="271">169.02000000000001</cx:pt>
          <cx:pt idx="272">182.33000000000001</cx:pt>
          <cx:pt idx="273">205.44</cx:pt>
          <cx:pt idx="274">220.316</cx:pt>
          <cx:pt idx="275">238.21600000000001</cx:pt>
          <cx:pt idx="276">274.286</cx:pt>
          <cx:pt idx="277">294.25299999999999</cx:pt>
          <cx:pt idx="278">312.51600000000002</cx:pt>
          <cx:pt idx="279">145.34399999999999</cx:pt>
          <cx:pt idx="280">156.125</cx:pt>
          <cx:pt idx="281">195.23599999999999</cx:pt>
          <cx:pt idx="282">200.59899999999999</cx:pt>
          <cx:pt idx="283">205.25700000000001</cx:pt>
          <cx:pt idx="284">214.84100000000001</cx:pt>
          <cx:pt idx="285">256.27800000000002</cx:pt>
          <cx:pt idx="286">273.27600000000001</cx:pt>
          <cx:pt idx="287">320.31599999999997</cx:pt>
          <cx:pt idx="288">146.172</cx:pt>
          <cx:pt idx="289">156.18299999999999</cx:pt>
          <cx:pt idx="290">166.30000000000001</cx:pt>
          <cx:pt idx="291">173.93100000000001</cx:pt>
          <cx:pt idx="292">213.38200000000001</cx:pt>
          <cx:pt idx="293">246.95099999999999</cx:pt>
          <cx:pt idx="294">292.37200000000001</cx:pt>
          <cx:pt idx="295">309.74400000000003</cx:pt>
          <cx:pt idx="296">127.221</cx:pt>
          <cx:pt idx="297">229.334</cx:pt>
          <cx:pt idx="298">255.66399999999999</cx:pt>
          <cx:pt idx="299">337.62</cx:pt>
          <cx:pt idx="300">342.67500000000001</cx:pt>
          <cx:pt idx="301">170.49199999999999</cx:pt>
          <cx:pt idx="302">229.34299999999999</cx:pt>
          <cx:pt idx="303">231.03200000000001</cx:pt>
          <cx:pt idx="304">37.433999999999997</cx:pt>
          <cx:pt idx="305">136.62700000000001</cx:pt>
          <cx:pt idx="306">151.55000000000001</cx:pt>
          <cx:pt idx="307">170.47800000000001</cx:pt>
          <cx:pt idx="308">250.32599999999999</cx:pt>
          <cx:pt idx="309">259.40499999999997</cx:pt>
          <cx:pt idx="310">261.64600000000002</cx:pt>
          <cx:pt idx="311">317.62799999999999</cx:pt>
          <cx:pt idx="312">354.58300000000003</cx:pt>
          <cx:pt idx="313">380.08300000000003</cx:pt>
          <cx:pt idx="314">166.84399999999999</cx:pt>
          <cx:pt idx="315">178.119</cx:pt>
          <cx:pt idx="316">186.416</cx:pt>
          <cx:pt idx="317">187.00299999999999</cx:pt>
          <cx:pt idx="318">188.904</cx:pt>
          <cx:pt idx="319">199.53700000000001</cx:pt>
          <cx:pt idx="320">201.66399999999999</cx:pt>
          <cx:pt idx="321">216.78299999999999</cx:pt>
          <cx:pt idx="322">259.08699999999999</cx:pt>
          <cx:pt idx="323">274.19299999999998</cx:pt>
          <cx:pt idx="324">347.17399999999998</cx:pt>
          <cx:pt idx="325">163.316</cx:pt>
          <cx:pt idx="326">190.25200000000001</cx:pt>
          <cx:pt idx="327">201.47900000000001</cx:pt>
          <cx:pt idx="328">235.94399999999999</cx:pt>
          <cx:pt idx="329">270.21300000000002</cx:pt>
          <cx:pt idx="330">388.94200000000001</cx:pt>
          <cx:pt idx="331">186.72300000000001</cx:pt>
          <cx:pt idx="332">199.85300000000001</cx:pt>
          <cx:pt idx="333">203.11000000000001</cx:pt>
          <cx:pt idx="334">203.136</cx:pt>
          <cx:pt idx="335">214.65600000000001</cx:pt>
          <cx:pt idx="336">220.42400000000001</cx:pt>
          <cx:pt idx="337">234.90199999999999</cx:pt>
          <cx:pt idx="338">235.96100000000001</cx:pt>
          <cx:pt idx="339">304.56599999999997</cx:pt>
          <cx:pt idx="340">328.81</cx:pt>
          <cx:pt idx="341">342.00700000000001</cx:pt>
          <cx:pt idx="342">240.31899999999999</cx:pt>
          <cx:pt idx="343">248.55199999999999</cx:pt>
          <cx:pt idx="344">268.75400000000002</cx:pt>
          <cx:pt idx="345">271.42599999999999</cx:pt>
          <cx:pt idx="346">304.26100000000002</cx:pt>
          <cx:pt idx="347">190.44900000000001</cx:pt>
          <cx:pt idx="348">196.15799999999999</cx:pt>
          <cx:pt idx="349">231.684</cx:pt>
          <cx:pt idx="350">330.41199999999998</cx:pt>
          <cx:pt idx="351">361.75599999999997</cx:pt>
          <cx:pt idx="352">390.34100000000001</cx:pt>
          <cx:pt idx="353">176.58199999999999</cx:pt>
          <cx:pt idx="354">187.905</cx:pt>
          <cx:pt idx="355">241.751</cx:pt>
          <cx:pt idx="356">245.53399999999999</cx:pt>
          <cx:pt idx="357">252.429</cx:pt>
          <cx:pt idx="358">296.29599999999999</cx:pt>
          <cx:pt idx="359">309.76999999999998</cx:pt>
          <cx:pt idx="360">187.077</cx:pt>
          <cx:pt idx="361">263.214</cx:pt>
          <cx:pt idx="362">289.726</cx:pt>
          <cx:pt idx="363">363.26299999999998</cx:pt>
          <cx:pt idx="364">388.49200000000002</cx:pt>
          <cx:pt idx="365">259.48200000000003</cx:pt>
          <cx:pt idx="366">296.20999999999998</cx:pt>
          <cx:pt idx="367">170.55199999999999</cx:pt>
          <cx:pt idx="368">172.15799999999999</cx:pt>
          <cx:pt idx="369">261.14100000000002</cx:pt>
          <cx:pt idx="370">348.95999999999998</cx:pt>
          <cx:pt idx="371">188.63499999999999</cx:pt>
          <cx:pt idx="372">210.626</cx:pt>
          <cx:pt idx="373">211.65100000000001</cx:pt>
          <cx:pt idx="374">223.053</cx:pt>
          <cx:pt idx="375">260.06599999999997</cx:pt>
          <cx:pt idx="376">280.83800000000002</cx:pt>
          <cx:pt idx="377">166.24600000000001</cx:pt>
          <cx:pt idx="378">182.285</cx:pt>
          <cx:pt idx="379">200.70500000000001</cx:pt>
          <cx:pt idx="380">214.006</cx:pt>
          <cx:pt idx="381">222.018</cx:pt>
          <cx:pt idx="382">237.32400000000001</cx:pt>
          <cx:pt idx="383">189.44499999999999</cx:pt>
          <cx:pt idx="384">222.107</cx:pt>
          <cx:pt idx="385">232.84999999999999</cx:pt>
          <cx:pt idx="386">261.80500000000001</cx:pt>
          <cx:pt idx="387">271.209</cx:pt>
          <cx:pt idx="388">329.73899999999998</cx:pt>
          <cx:pt idx="389">185.44399999999999</cx:pt>
          <cx:pt idx="390">224.92599999999999</cx:pt>
          <cx:pt idx="391">253.85599999999999</cx:pt>
          <cx:pt idx="392">253.97900000000001</cx:pt>
          <cx:pt idx="393">325.03699999999998</cx:pt>
          <cx:pt idx="394">225.62200000000001</cx:pt>
          <cx:pt idx="395">267.31700000000001</cx:pt>
          <cx:pt idx="396">422.73500000000001</cx:pt>
          <cx:pt idx="397">101.73699999999999</cx:pt>
          <cx:pt idx="398">236.346</cx:pt>
          <cx:pt idx="399">236.51400000000001</cx:pt>
          <cx:pt idx="400">325.59100000000001</cx:pt>
          <cx:pt idx="401">336.08699999999999</cx:pt>
          <cx:pt idx="402">211.06800000000001</cx:pt>
          <cx:pt idx="403">259.61599999999999</cx:pt>
          <cx:pt idx="404">275.38999999999999</cx:pt>
          <cx:pt idx="405">371.89100000000002</cx:pt>
          <cx:pt idx="406">418.15699999999998</cx:pt>
          <cx:pt idx="407">278.67700000000002</cx:pt>
          <cx:pt idx="408">302.39699999999999</cx:pt>
          <cx:pt idx="409">318.30900000000003</cx:pt>
          <cx:pt idx="410">401.27199999999999</cx:pt>
          <cx:pt idx="411">420.90800000000002</cx:pt>
          <cx:pt idx="412">113.267</cx:pt>
          <cx:pt idx="413">291.803</cx:pt>
          <cx:pt idx="414">310.90899999999999</cx:pt>
          <cx:pt idx="415">207.90799999999999</cx:pt>
          <cx:pt idx="416">295.52100000000002</cx:pt>
          <cx:pt idx="417">293.01999999999998</cx:pt>
          <cx:pt idx="418">336.82900000000001</cx:pt>
          <cx:pt idx="419">454.55200000000002</cx:pt>
          <cx:pt idx="420">221.09899999999999</cx:pt>
          <cx:pt idx="421">251.899</cx:pt>
          <cx:pt idx="422">320.69200000000001</cx:pt>
          <cx:pt idx="423">322.04899999999998</cx:pt>
          <cx:pt idx="424">559.45100000000002</cx:pt>
          <cx:pt idx="425">172.38900000000001</cx:pt>
          <cx:pt idx="426">240.32499999999999</cx:pt>
          <cx:pt idx="427">313.44200000000001</cx:pt>
          <cx:pt idx="428">314.19</cx:pt>
          <cx:pt idx="429">256.64400000000001</cx:pt>
          <cx:pt idx="430">339.01900000000001</cx:pt>
          <cx:pt idx="431">376.37299999999999</cx:pt>
          <cx:pt idx="432">448.084</cx:pt>
          <cx:pt idx="433">211.898</cx:pt>
          <cx:pt idx="434">264.858</cx:pt>
          <cx:pt idx="435">299.30799999999999</cx:pt>
          <cx:pt idx="436">310.49200000000002</cx:pt>
          <cx:pt idx="437">379.60300000000001</cx:pt>
          <cx:pt idx="438">423.584</cx:pt>
          <cx:pt idx="439">254.07599999999999</cx:pt>
          <cx:pt idx="440">274.67599999999999</cx:pt>
          <cx:pt idx="441">276.35599999999999</cx:pt>
          <cx:pt idx="442">321.24099999999999</cx:pt>
          <cx:pt idx="443">346.779</cx:pt>
          <cx:pt idx="444">388.69900000000001</cx:pt>
          <cx:pt idx="445">519.57600000000002</cx:pt>
          <cx:pt idx="446">581.64300000000003</cx:pt>
          <cx:pt idx="447">233.38900000000001</cx:pt>
          <cx:pt idx="448">321.93200000000002</cx:pt>
          <cx:pt idx="449">344.79300000000001</cx:pt>
          <cx:pt idx="450">272.49900000000002</cx:pt>
          <cx:pt idx="451">312.45800000000003</cx:pt>
          <cx:pt idx="452">381.73399999999998</cx:pt>
          <cx:pt idx="453">406.072</cx:pt>
          <cx:pt idx="454">289.60899999999998</cx:pt>
          <cx:pt idx="455">337.48700000000002</cx:pt>
          <cx:pt idx="456">364.392</cx:pt>
          <cx:pt idx="457">383.673</cx:pt>
          <cx:pt idx="458">460.01799999999997</cx:pt>
          <cx:pt idx="459">462.21699999999998</cx:pt>
          <cx:pt idx="460">314.25599999999997</cx:pt>
          <cx:pt idx="461">350.12400000000002</cx:pt>
          <cx:pt idx="462">265.07400000000001</cx:pt>
          <cx:pt idx="463">273.887</cx:pt>
          <cx:pt idx="464">322.733</cx:pt>
          <cx:pt idx="465">327.57900000000001</cx:pt>
          <cx:pt idx="466">338.35300000000001</cx:pt>
          <cx:pt idx="467">427.72800000000001</cx:pt>
          <cx:pt idx="468">442.49599999999998</cx:pt>
          <cx:pt idx="469">236.00800000000001</cx:pt>
          <cx:pt idx="470">256.52800000000002</cx:pt>
          <cx:pt idx="471">264.47500000000002</cx:pt>
          <cx:pt idx="472">296.005</cx:pt>
          <cx:pt idx="473">320.17399999999998</cx:pt>
          <cx:pt idx="474">333.68099999999998</cx:pt>
          <cx:pt idx="475">282.096</cx:pt>
          <cx:pt idx="476">365.39400000000001</cx:pt>
          <cx:pt idx="477">189.31200000000001</cx:pt>
          <cx:pt idx="478">293.173</cx:pt>
          <cx:pt idx="479">241.95500000000001</cx:pt>
          <cx:pt idx="480">472.24400000000003</cx:pt>
          <cx:pt idx="481">191.19300000000001</cx:pt>
          <cx:pt idx="482">263.60399999999998</cx:pt>
          <cx:pt idx="483">308.95299999999997</cx:pt>
          <cx:pt idx="484">368.90600000000001</cx:pt>
          <cx:pt idx="485">457.68599999999998</cx:pt>
          <cx:pt idx="486">558.09100000000001</cx:pt>
          <cx:pt idx="487">176.505</cx:pt>
          <cx:pt idx="488">258.11500000000001</cx:pt>
          <cx:pt idx="489">292.01600000000002</cx:pt>
          <cx:pt idx="490">303.43299999999999</cx:pt>
          <cx:pt idx="491">671.50900000000001</cx:pt>
          <cx:pt idx="492">289.26499999999999</cx:pt>
          <cx:pt idx="493">429.83499999999998</cx:pt>
          <cx:pt idx="494">431.64400000000001</cx:pt>
          <cx:pt idx="495">577.33699999999999</cx:pt>
          <cx:pt idx="496">769.99800000000005</cx:pt>
          <cx:pt idx="497">214.94399999999999</cx:pt>
          <cx:pt idx="498">382.79700000000003</cx:pt>
          <cx:pt idx="499">281.58499999999998</cx:pt>
          <cx:pt idx="500">362.43000000000001</cx:pt>
          <cx:pt idx="501">368.18599999999998</cx:pt>
          <cx:pt idx="502">266.66899999999998</cx:pt>
          <cx:pt idx="503">323.88200000000001</cx:pt>
          <cx:pt idx="504">533.13900000000001</cx:pt>
          <cx:pt idx="505">423.05900000000003</cx:pt>
          <cx:pt idx="506">281.32999999999998</cx:pt>
          <cx:pt idx="507">393.49900000000002</cx:pt>
          <cx:pt idx="508">462.30000000000001</cx:pt>
          <cx:pt idx="509">420.25200000000001</cx:pt>
          <cx:pt idx="510">352.67500000000001</cx:pt>
          <cx:pt idx="511">412.31400000000002</cx:pt>
          <cx:pt idx="512">329.697</cx:pt>
          <cx:pt idx="513">384.01400000000001</cx:pt>
          <cx:pt idx="514">543.56399999999996</cx:pt>
          <cx:pt idx="515">250.25299999999999</cx:pt>
          <cx:pt idx="516">392.24900000000002</cx:pt>
          <cx:pt idx="517">392.30099999999999</cx:pt>
          <cx:pt idx="518">292.35899999999998</cx:pt>
          <cx:pt idx="519">309.08800000000002</cx:pt>
          <cx:pt idx="520">435.76100000000002</cx:pt>
          <cx:pt idx="521">352.82499999999999</cx:pt>
          <cx:pt idx="522">329.57100000000003</cx:pt>
          <cx:pt idx="523">387.19200000000001</cx:pt>
          <cx:pt idx="524">488.43099999999998</cx:pt>
          <cx:pt idx="525">275.35700000000003</cx:pt>
          <cx:pt idx="526">295.25099999999998</cx:pt>
          <cx:pt idx="527">301.50400000000002</cx:pt>
          <cx:pt idx="528">488.07600000000002</cx:pt>
          <cx:pt idx="529">598.61300000000006</cx:pt>
          <cx:pt idx="530">361.87900000000002</cx:pt>
          <cx:pt idx="531">529.851</cx:pt>
          <cx:pt idx="532">322.81200000000001</cx:pt>
          <cx:pt idx="533">326.04700000000003</cx:pt>
          <cx:pt idx="534">439.85599999999999</cx:pt>
          <cx:pt idx="535">447.41399999999999</cx:pt>
          <cx:pt idx="536">384.04000000000002</cx:pt>
          <cx:pt idx="537">443.47399999999999</cx:pt>
          <cx:pt idx="538">508.87299999999999</cx:pt>
          <cx:pt idx="539">589.61800000000005</cx:pt>
          <cx:pt idx="540">408.983</cx:pt>
          <cx:pt idx="541">559.75199999999995</cx:pt>
          <cx:pt idx="542">346.48599999999999</cx:pt>
          <cx:pt idx="543">367.13099999999997</cx:pt>
          <cx:pt idx="544">518.91399999999999</cx:pt>
          <cx:pt idx="545">556.46199999999999</cx:pt>
          <cx:pt idx="546">424.99000000000001</cx:pt>
          <cx:pt idx="547">387.51900000000001</cx:pt>
          <cx:pt idx="548">424.03100000000001</cx:pt>
          <cx:pt idx="549">503.81999999999999</cx:pt>
          <cx:pt idx="550">357.14999999999998</cx:pt>
          <cx:pt idx="551">330.13600000000002</cx:pt>
          <cx:pt idx="552">445.57499999999999</cx:pt>
          <cx:pt idx="553">509.60899999999998</cx:pt>
          <cx:pt idx="554">573.91600000000005</cx:pt>
          <cx:pt idx="555">646.14700000000005</cx:pt>
          <cx:pt idx="556">740.19500000000005</cx:pt>
          <cx:pt idx="557">372.92700000000002</cx:pt>
          <cx:pt idx="558">510.31799999999998</cx:pt>
          <cx:pt idx="559">338.95100000000002</cx:pt>
          <cx:pt idx="560">387.84699999999998</cx:pt>
          <cx:pt idx="561">500.63799999999998</cx:pt>
          <cx:pt idx="562">428.93799999999999</cx:pt>
          <cx:pt idx="563">454.13999999999999</cx:pt>
          <cx:pt idx="564">1273.961</cx:pt>
          <cx:pt idx="565">444.32799999999997</cx:pt>
          <cx:pt idx="566">632.68200000000002</cx:pt>
          <cx:pt idx="567">447.38600000000002</cx:pt>
          <cx:pt idx="568">608.09100000000001</cx:pt>
          <cx:pt idx="569">464.88299999999998</cx:pt>
          <cx:pt idx="570">404.90600000000001</cx:pt>
          <cx:pt idx="571">573.73500000000001</cx:pt>
          <cx:pt idx="572">588.85599999999999</cx:pt>
          <cx:pt idx="573">644.61800000000005</cx:pt>
          <cx:pt idx="574">728.60500000000002</cx:pt>
          <cx:pt idx="575">816.80700000000002</cx:pt>
          <cx:pt idx="576">413.67200000000003</cx:pt>
          <cx:pt idx="577">556.98000000000002</cx:pt>
          <cx:pt idx="578">422.43900000000002</cx:pt>
          <cx:pt idx="579">488.04199999999997</cx:pt>
          <cx:pt idx="580">551.33500000000004</cx:pt>
          <cx:pt idx="581">676.24699999999996</cx:pt>
          <cx:pt idx="582">728.12800000000004</cx:pt>
          <cx:pt idx="583">320.43400000000003</cx:pt>
          <cx:pt idx="584">443.81299999999999</cx:pt>
          <cx:pt idx="585">579.76300000000003</cx:pt>
          <cx:pt idx="586">601.52800000000002</cx:pt>
          <cx:pt idx="587">448.94600000000003</cx:pt>
          <cx:pt idx="588">421.15699999999998</cx:pt>
          <cx:pt idx="589">641</cx:pt>
          <cx:pt idx="590">564.88099999999997</cx:pt>
          <cx:pt idx="591">583.125</cx:pt>
          <cx:pt idx="592">812.98500000000001</cx:pt>
          <cx:pt idx="593">825.37400000000002</cx:pt>
          <cx:pt idx="594">390.46300000000002</cx:pt>
          <cx:pt idx="595">885.50199999999995</cx:pt>
          <cx:pt idx="596">766.46500000000003</cx:pt>
          <cx:pt idx="597">631.81200000000001</cx:pt>
          <cx:pt idx="598">636.21100000000001</cx:pt>
          <cx:pt idx="599">506.25099999999998</cx:pt>
          <cx:pt idx="600">424.84800000000001</cx:pt>
          <cx:pt idx="601">893.71000000000004</cx:pt>
          <cx:pt idx="602">501.33600000000001</cx:pt>
          <cx:pt idx="603">626.904</cx:pt>
          <cx:pt idx="604">548.13099999999997</cx:pt>
          <cx:pt idx="605">548.77300000000002</cx:pt>
          <cx:pt idx="606">734.55999999999995</cx:pt>
          <cx:pt idx="607">418.435</cx:pt>
          <cx:pt idx="608">680.92200000000003</cx:pt>
          <cx:pt idx="609">502.00400000000002</cx:pt>
          <cx:pt idx="610">718.86599999999999</cx:pt>
          <cx:pt idx="611">487.16000000000003</cx:pt>
          <cx:pt idx="612">445.65499999999997</cx:pt>
          <cx:pt idx="613">647.40800000000002</cx:pt>
          <cx:pt idx="614">786.26099999999997</cx:pt>
          <cx:pt idx="615">615.40899999999999</cx:pt>
          <cx:pt idx="616">500.01100000000002</cx:pt>
          <cx:pt idx="617">641.63099999999997</cx:pt>
          <cx:pt idx="618">745.43399999999997</cx:pt>
          <cx:pt idx="619">844.03999999999996</cx:pt>
          <cx:pt idx="620">404.54500000000002</cx:pt>
          <cx:pt idx="621">611.97799999999995</cx:pt>
          <cx:pt idx="622">718.91899999999998</cx:pt>
          <cx:pt idx="623">704.33500000000004</cx:pt>
          <cx:pt idx="624">848.81299999999999</cx:pt>
          <cx:pt idx="625">470.56400000000002</cx:pt>
          <cx:pt idx="626">253.251</cx:pt>
          <cx:pt idx="627">940.09299999999996</cx:pt>
          <cx:pt idx="628">591.61800000000005</cx:pt>
          <cx:pt idx="629">714.92899999999997</cx:pt>
          <cx:pt idx="630">747.86599999999999</cx:pt>
          <cx:pt idx="631">664.94799999999998</cx:pt>
          <cx:pt idx="632">908.50099999999998</cx:pt>
          <cx:pt idx="633">586.803</cx:pt>
          <cx:pt idx="634">778.18499999999995</cx:pt>
          <cx:pt idx="635">829.33799999999997</cx:pt>
          <cx:pt idx="636">733.904</cx:pt>
          <cx:pt idx="637">830.202</cx:pt>
          <cx:pt idx="638">724.26300000000003</cx:pt>
          <cx:pt idx="639">990.20699999999999</cx:pt>
          <cx:pt idx="640">642.97699999999998</cx:pt>
          <cx:pt idx="641">669.90599999999995</cx:pt>
          <cx:pt idx="642">779.875</cx:pt>
          <cx:pt idx="643">677.45699999999999</cx:pt>
          <cx:pt idx="644">875.25699999999995</cx:pt>
          <cx:pt idx="645">612.99099999999999</cx:pt>
          <cx:pt idx="646">767.27099999999996</cx:pt>
          <cx:pt idx="647">645.70899999999995</cx:pt>
          <cx:pt idx="648">710.09500000000003</cx:pt>
          <cx:pt idx="649">944.47299999999996</cx:pt>
          <cx:pt idx="650">810.48199999999997</cx:pt>
          <cx:pt idx="651">827.48900000000003</cx:pt>
          <cx:pt idx="652">816.19799999999998</cx:pt>
          <cx:pt idx="653">879.38499999999999</cx:pt>
          <cx:pt idx="654">952.96799999999996</cx:pt>
          <cx:pt idx="655">816.76599999999996</cx:pt>
          <cx:pt idx="656">952.34299999999996</cx:pt>
          <cx:pt idx="657">1007.992</cx:pt>
          <cx:pt idx="658">977.96900000000005</cx:pt>
          <cx:pt idx="659">1015.527</cx:pt>
          <cx:pt idx="660">365.69299999999998</cx:pt>
          <cx:pt idx="661">841.76999999999998</cx:pt>
          <cx:pt idx="662">819.18499999999995</cx:pt>
          <cx:pt idx="663">902.18399999999997</cx:pt>
          <cx:pt idx="664">984.66099999999994</cx:pt>
          <cx:pt idx="665">1044.028</cx:pt>
          <cx:pt idx="666">1143.875</cx:pt>
          <cx:pt idx="667">1111.8430000000001</cx:pt>
          <cx:pt idx="668">946.84699999999998</cx:pt>
          <cx:pt idx="669">930.96100000000001</cx:pt>
          <cx:pt idx="670">1156.7449999999999</cx:pt>
          <cx:pt idx="671">963.44899999999996</cx:pt>
          <cx:pt idx="672">892.71000000000004</cx:pt>
          <cx:pt idx="673">988.73299999999995</cx:pt>
          <cx:pt idx="674">1147.21</cx:pt>
          <cx:pt idx="675">980.62800000000004</cx:pt>
          <cx:pt idx="676">999.29300000000001</cx:pt>
          <cx:pt idx="677">888.54899999999998</cx:pt>
          <cx:pt idx="678">1397.6420000000001</cx:pt>
          <cx:pt idx="679">1194.1959999999999</cx:pt>
          <cx:pt idx="680">1437.107</cx:pt>
          <cx:pt idx="681">1165.7819999999999</cx:pt>
          <cx:pt idx="682">884.10900000000004</cx:pt>
          <cx:pt idx="683">1316.463</cx:pt>
          <cx:pt idx="684">909.78399999999999</cx:pt>
          <cx:pt idx="685">1331.529</cx:pt>
          <cx:pt idx="686">1077.598</cx:pt>
          <cx:pt idx="687">1566.164</cx:pt>
          <cx:pt idx="688">1116.739</cx:pt>
          <cx:pt idx="689">1034.0260000000001</cx:pt>
          <cx:pt idx="690">1242.9760000000001</cx:pt>
          <cx:pt idx="691">1231.027</cx:pt>
          <cx:pt idx="692">1645.798</cx:pt>
          <cx:pt idx="693">1312.953</cx:pt>
          <cx:pt idx="694">1137.9649999999999</cx:pt>
          <cx:pt idx="695">1317.9059999999999</cx:pt>
          <cx:pt idx="696">361.08999999999997</cx:pt>
          <cx:pt idx="697">1842.7090000000001</cx:pt>
          <cx:pt idx="698">1864.78</cx:pt>
          <cx:pt idx="699">1232.3099999999999</cx:pt>
          <cx:pt idx="700">1422.0239999999999</cx:pt>
          <cx:pt idx="701">1612.7</cx:pt>
          <cx:pt idx="702">1399.463</cx:pt>
          <cx:pt idx="703">1277.0409999999999</cx:pt>
          <cx:pt idx="704">1371.394</cx:pt>
          <cx:pt idx="705">1759.345</cx:pt>
          <cx:pt idx="706">1566.73</cx:pt>
          <cx:pt idx="707">1541.653</cx:pt>
          <cx:pt idx="708">1814.575</cx:pt>
          <cx:pt idx="709">1448.769</cx:pt>
          <cx:pt idx="710">1692.962</cx:pt>
          <cx:pt idx="711">2693.8090000000002</cx:pt>
          <cx:pt idx="712">1452.654</cx:pt>
          <cx:pt idx="713">1745.6790000000001</cx:pt>
          <cx:pt idx="714">1952.7349999999999</cx:pt>
          <cx:pt idx="715">2003.5709999999999</cx:pt>
          <cx:pt idx="716">2788.6599999999999</cx:pt>
          <cx:pt idx="717">2803.6469999999999</cx:pt>
          <cx:pt idx="718">2108.5239999999999</cx:pt>
          <cx:pt idx="719">2329.819</cx:pt>
          <cx:pt idx="720">2352.2460000000001</cx:pt>
          <cx:pt idx="721">2267.4409999999998</cx:pt>
          <cx:pt idx="722">3012.4839999999999</cx:pt>
          <cx:pt idx="723">2957.4699999999998</cx:pt>
          <cx:pt idx="724">3277.2829999999999</cx:pt>
          <cx:pt idx="725">8211.0959999999995</cx:pt>
          <cx:pt idx="726">3364.5149999999999</cx:pt>
          <cx:pt idx="727">3636.4929999999999</cx:pt>
          <cx:pt idx="728">4222.5699999999997</cx:pt>
          <cx:pt idx="729">7954.3419999999996</cx:pt>
          <cx:pt idx="730">3030.5050000000001</cx:pt>
          <cx:pt idx="731">4842.4930000000004</cx:pt>
          <cx:pt idx="732">4851.2420000000002</cx:pt>
          <cx:pt idx="733">3220.8110000000001</cx:pt>
          <cx:pt idx="734">4926.3270000000002</cx:pt>
          <cx:pt idx="735">3559.0039999999999</cx:pt>
          <cx:pt idx="736">711.10799999999995</cx:pt>
        </cx:lvl>
      </cx:numDim>
    </cx:data>
  </cx:chartData>
  <cx:chart>
    <cx:title pos="t" align="ctr" overlay="0">
      <cx:tx>
        <cx:txData>
          <cx:v>Surface Area</cx:v>
        </cx:txData>
      </cx:tx>
      <cx:txPr>
        <a:bodyPr spcFirstLastPara="1" vertOverflow="ellipsis" horzOverflow="overflow" wrap="square" lIns="0" tIns="0" rIns="0" bIns="0" anchor="ctr" anchorCtr="1"/>
        <a:lstStyle/>
        <a:p>
          <a:pPr algn="ctr" rtl="0">
            <a:defRPr/>
          </a:pPr>
          <a:r>
            <a:rPr lang="en-US" sz="1400" b="0" i="0" u="none" strike="noStrike" baseline="0">
              <a:solidFill>
                <a:sysClr val="windowText" lastClr="000000">
                  <a:lumMod val="65000"/>
                  <a:lumOff val="35000"/>
                </a:sysClr>
              </a:solidFill>
              <a:latin typeface="Aptos Narrow" panose="02110004020202020204"/>
            </a:rPr>
            <a:t>Surface Area</a:t>
          </a:r>
        </a:p>
      </cx:txPr>
    </cx:title>
    <cx:plotArea>
      <cx:plotAreaRegion>
        <cx:series layoutId="clusteredColumn" uniqueId="{DD6F214C-CCF2-4B7C-8446-E45D98ED0ECA}">
          <cx:tx>
            <cx:txData>
              <cx:f>'leave edited'!$D$1</cx:f>
              <cx:v>Surface Area (mm²)</cx:v>
            </cx:txData>
          </cx:tx>
          <cx:dataLabels/>
          <cx:dataId val="0"/>
          <cx:layoutPr>
            <cx:binning intervalClosed="r" underflow="0" overflow="3000">
              <cx:binCount val="30"/>
            </cx:binning>
          </cx:layoutPr>
        </cx:series>
      </cx:plotAreaRegion>
      <cx:axis id="0">
        <cx:catScaling gapWidth="0"/>
        <cx:tickLabels/>
        <cx:numFmt formatCode="#,##0" sourceLinked="0"/>
      </cx:axis>
      <cx:axis id="1">
        <cx:valScaling/>
        <cx:majorGridlines/>
        <cx:tickLabels/>
      </cx:axis>
    </cx:plotArea>
  </cx:chart>
</cx:chartSpace>
</file>

<file path=ppt/charts/chartEx15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numDim type="val">
        <cx:f>'leave edited'!$E$2:$E$738</cx:f>
        <cx:lvl ptCount="737" formatCode="General">
          <cx:pt idx="0">10.555</cx:pt>
          <cx:pt idx="1">9.4220000000000006</cx:pt>
          <cx:pt idx="2">10.680999999999999</cx:pt>
          <cx:pt idx="3">18.091000000000001</cx:pt>
          <cx:pt idx="4">16.239000000000001</cx:pt>
          <cx:pt idx="5">13.417</cx:pt>
          <cx:pt idx="6">5.5679999999999996</cx:pt>
          <cx:pt idx="7">13.031000000000001</cx:pt>
          <cx:pt idx="8">11.305999999999999</cx:pt>
          <cx:pt idx="9">9.5690000000000008</cx:pt>
          <cx:pt idx="10">11.356</cx:pt>
          <cx:pt idx="11">17.530000000000001</cx:pt>
          <cx:pt idx="12">16.501000000000001</cx:pt>
          <cx:pt idx="13">17.808</cx:pt>
          <cx:pt idx="14">20.588000000000001</cx:pt>
          <cx:pt idx="15">8.8940000000000001</cx:pt>
          <cx:pt idx="16">19.797999999999998</cx:pt>
          <cx:pt idx="17">10.172000000000001</cx:pt>
          <cx:pt idx="18">13.643000000000001</cx:pt>
          <cx:pt idx="19">21.777999999999999</cx:pt>
          <cx:pt idx="20">19.66</cx:pt>
          <cx:pt idx="21">16.279</cx:pt>
          <cx:pt idx="22">27.366</cx:pt>
          <cx:pt idx="23">28.98</cx:pt>
          <cx:pt idx="24">14.151999999999999</cx:pt>
          <cx:pt idx="25">10.797000000000001</cx:pt>
          <cx:pt idx="26">15.18</cx:pt>
          <cx:pt idx="27">18.852</cx:pt>
          <cx:pt idx="28">18.126000000000001</cx:pt>
          <cx:pt idx="29">11.521000000000001</cx:pt>
          <cx:pt idx="30">18.407</cx:pt>
          <cx:pt idx="31">15.388</cx:pt>
          <cx:pt idx="32">17.786999999999999</cx:pt>
          <cx:pt idx="33">20.285</cx:pt>
          <cx:pt idx="34">16.001000000000001</cx:pt>
          <cx:pt idx="35">25.457000000000001</cx:pt>
          <cx:pt idx="36">19.817</cx:pt>
          <cx:pt idx="37">29.428999999999998</cx:pt>
          <cx:pt idx="38">39.366</cx:pt>
          <cx:pt idx="39">11.577</cx:pt>
          <cx:pt idx="40">12.058</cx:pt>
          <cx:pt idx="41">10.811</cx:pt>
          <cx:pt idx="42">16.923999999999999</cx:pt>
          <cx:pt idx="43">16.231000000000002</cx:pt>
          <cx:pt idx="44">23.827999999999999</cx:pt>
          <cx:pt idx="45">31.068999999999999</cx:pt>
          <cx:pt idx="46">11.164999999999999</cx:pt>
          <cx:pt idx="47">16.594999999999999</cx:pt>
          <cx:pt idx="48">8.5730000000000004</cx:pt>
          <cx:pt idx="49">16.606000000000002</cx:pt>
          <cx:pt idx="50">24.727</cx:pt>
          <cx:pt idx="51">17.477</cx:pt>
          <cx:pt idx="52">19.91</cx:pt>
          <cx:pt idx="53">10.153</cx:pt>
          <cx:pt idx="54">13.566000000000001</cx:pt>
          <cx:pt idx="55">13.582000000000001</cx:pt>
          <cx:pt idx="56">10.864000000000001</cx:pt>
          <cx:pt idx="57">21.765999999999998</cx:pt>
          <cx:pt idx="58">12.507999999999999</cx:pt>
          <cx:pt idx="59">21.27</cx:pt>
          <cx:pt idx="60">23.135000000000002</cx:pt>
          <cx:pt idx="61">11.345000000000001</cx:pt>
          <cx:pt idx="62">16.507999999999999</cx:pt>
          <cx:pt idx="63">16.715</cx:pt>
          <cx:pt idx="64">15.782999999999999</cx:pt>
          <cx:pt idx="65">12.217000000000001</cx:pt>
          <cx:pt idx="66">13.003</cx:pt>
          <cx:pt idx="67">17.268000000000001</cx:pt>
          <cx:pt idx="68">17.524000000000001</cx:pt>
          <cx:pt idx="69">14.587999999999999</cx:pt>
          <cx:pt idx="70">14.859999999999999</cx:pt>
          <cx:pt idx="71">21.957999999999998</cx:pt>
          <cx:pt idx="72">26.157</cx:pt>
          <cx:pt idx="73">27.780999999999999</cx:pt>
          <cx:pt idx="74">10.771000000000001</cx:pt>
          <cx:pt idx="75">27.59</cx:pt>
          <cx:pt idx="76">15.686999999999999</cx:pt>
          <cx:pt idx="77">27.698</cx:pt>
          <cx:pt idx="78">13.285</cx:pt>
          <cx:pt idx="79">14.379</cx:pt>
          <cx:pt idx="80">22.875</cx:pt>
          <cx:pt idx="81">21.806000000000001</cx:pt>
          <cx:pt idx="82">17.774000000000001</cx:pt>
          <cx:pt idx="83">14.962999999999999</cx:pt>
          <cx:pt idx="84">23.824000000000002</cx:pt>
          <cx:pt idx="85">14.801</cx:pt>
          <cx:pt idx="86">32.210999999999999</cx:pt>
          <cx:pt idx="87">32.520000000000003</cx:pt>
          <cx:pt idx="88">30.495000000000001</cx:pt>
          <cx:pt idx="89">44.372999999999998</cx:pt>
          <cx:pt idx="90">19.327000000000002</cx:pt>
          <cx:pt idx="91">12.353</cx:pt>
          <cx:pt idx="92">8.8140000000000001</cx:pt>
          <cx:pt idx="93">13.992000000000001</cx:pt>
          <cx:pt idx="94">19.707000000000001</cx:pt>
          <cx:pt idx="95">14.403</cx:pt>
          <cx:pt idx="96">9.3800000000000008</cx:pt>
          <cx:pt idx="97">30.798999999999999</cx:pt>
          <cx:pt idx="98">29.488</cx:pt>
          <cx:pt idx="99">12.460000000000001</cx:pt>
          <cx:pt idx="100">16.571999999999999</cx:pt>
          <cx:pt idx="101">9.6579999999999995</cx:pt>
          <cx:pt idx="102">15.856999999999999</cx:pt>
          <cx:pt idx="103">5.8079999999999998</cx:pt>
          <cx:pt idx="104">13.901999999999999</cx:pt>
          <cx:pt idx="105">26.803999999999998</cx:pt>
          <cx:pt idx="106">23.533999999999999</cx:pt>
          <cx:pt idx="107">19.120000000000001</cx:pt>
          <cx:pt idx="108">24.361999999999998</cx:pt>
          <cx:pt idx="109">29.280000000000001</cx:pt>
          <cx:pt idx="110">26.763000000000002</cx:pt>
          <cx:pt idx="111">32.951999999999998</cx:pt>
          <cx:pt idx="112">11.146000000000001</cx:pt>
          <cx:pt idx="113">7.4130000000000003</cx:pt>
          <cx:pt idx="114">12.678000000000001</cx:pt>
          <cx:pt idx="115">12.847</cx:pt>
          <cx:pt idx="116">12.605</cx:pt>
          <cx:pt idx="117">10.715999999999999</cx:pt>
          <cx:pt idx="118">22.597000000000001</cx:pt>
          <cx:pt idx="119">9.7579999999999991</cx:pt>
          <cx:pt idx="120">32.045000000000002</cx:pt>
          <cx:pt idx="121">25.225000000000001</cx:pt>
          <cx:pt idx="122">8.7119999999999997</cx:pt>
          <cx:pt idx="123">14.007</cx:pt>
          <cx:pt idx="124">18.042999999999999</cx:pt>
          <cx:pt idx="125">15.815</cx:pt>
          <cx:pt idx="126">17.667999999999999</cx:pt>
          <cx:pt idx="127">17.039000000000001</cx:pt>
          <cx:pt idx="128">22.228000000000002</cx:pt>
          <cx:pt idx="129">17.562999999999999</cx:pt>
          <cx:pt idx="130">28.507999999999999</cx:pt>
          <cx:pt idx="131">31.244</cx:pt>
          <cx:pt idx="132">39.033999999999999</cx:pt>
          <cx:pt idx="133">14.882</cx:pt>
          <cx:pt idx="134">9.1560000000000006</cx:pt>
          <cx:pt idx="135">21.745000000000001</cx:pt>
          <cx:pt idx="136">13.632</cx:pt>
          <cx:pt idx="137">10.289</cx:pt>
          <cx:pt idx="138">23.536999999999999</cx:pt>
          <cx:pt idx="139">12.27</cx:pt>
          <cx:pt idx="140">27.643000000000001</cx:pt>
          <cx:pt idx="141">24.641999999999999</cx:pt>
          <cx:pt idx="142">15.960000000000001</cx:pt>
          <cx:pt idx="143">17.763999999999999</cx:pt>
          <cx:pt idx="144">11.486000000000001</cx:pt>
          <cx:pt idx="145">9.5169999999999995</cx:pt>
          <cx:pt idx="146">11.824999999999999</cx:pt>
          <cx:pt idx="147">24.521000000000001</cx:pt>
          <cx:pt idx="148">18.507000000000001</cx:pt>
          <cx:pt idx="149">36.213999999999999</cx:pt>
          <cx:pt idx="150">31.657</cx:pt>
          <cx:pt idx="151">27.466999999999999</cx:pt>
          <cx:pt idx="152">11.173999999999999</cx:pt>
          <cx:pt idx="153">24.853999999999999</cx:pt>
          <cx:pt idx="154">32.776000000000003</cx:pt>
          <cx:pt idx="155">17.356000000000002</cx:pt>
          <cx:pt idx="156">25.030000000000001</cx:pt>
          <cx:pt idx="157">16.363</cx:pt>
          <cx:pt idx="158">32.633000000000003</cx:pt>
          <cx:pt idx="159">32.856999999999999</cx:pt>
          <cx:pt idx="160">48.274000000000001</cx:pt>
          <cx:pt idx="161">14.348000000000001</cx:pt>
          <cx:pt idx="162">23.343</cx:pt>
          <cx:pt idx="163">9.4909999999999997</cx:pt>
          <cx:pt idx="164">20.027999999999999</cx:pt>
          <cx:pt idx="165">17.876999999999999</cx:pt>
          <cx:pt idx="166">11.33</cx:pt>
          <cx:pt idx="167">27.704999999999998</cx:pt>
          <cx:pt idx="168">21.323</cx:pt>
          <cx:pt idx="169">18.405999999999999</cx:pt>
          <cx:pt idx="170">49.112000000000002</cx:pt>
          <cx:pt idx="171">12.563000000000001</cx:pt>
          <cx:pt idx="172">16.687000000000001</cx:pt>
          <cx:pt idx="173">23.870999999999999</cx:pt>
          <cx:pt idx="174">10.442</cx:pt>
          <cx:pt idx="175">23.925999999999998</cx:pt>
          <cx:pt idx="176">15.885</cx:pt>
          <cx:pt idx="177">23.782</cx:pt>
          <cx:pt idx="178">31.776</cx:pt>
          <cx:pt idx="179">41.405000000000001</cx:pt>
          <cx:pt idx="180">7.6840000000000002</cx:pt>
          <cx:pt idx="181">17.463000000000001</cx:pt>
          <cx:pt idx="182">15.880000000000001</cx:pt>
          <cx:pt idx="183">11.771000000000001</cx:pt>
          <cx:pt idx="184">41.164000000000001</cx:pt>
          <cx:pt idx="185">18.425999999999998</cx:pt>
          <cx:pt idx="186">16.167000000000002</cx:pt>
          <cx:pt idx="187">36.905000000000001</cx:pt>
          <cx:pt idx="188">9.9610000000000003</cx:pt>
          <cx:pt idx="189">16.196999999999999</cx:pt>
          <cx:pt idx="190">11.804</cx:pt>
          <cx:pt idx="191">33.332000000000001</cx:pt>
          <cx:pt idx="192">16.664000000000001</cx:pt>
          <cx:pt idx="193">25.951000000000001</cx:pt>
          <cx:pt idx="194">16.696000000000002</cx:pt>
          <cx:pt idx="195">21.527999999999999</cx:pt>
          <cx:pt idx="196">28.277000000000001</cx:pt>
          <cx:pt idx="197">12.282999999999999</cx:pt>
          <cx:pt idx="198">33.268999999999998</cx:pt>
          <cx:pt idx="199">14.515000000000001</cx:pt>
          <cx:pt idx="200">9.032</cx:pt>
          <cx:pt idx="201">11.852</cx:pt>
          <cx:pt idx="202">37.064999999999998</cx:pt>
          <cx:pt idx="203">25.190999999999999</cx:pt>
          <cx:pt idx="204">28.853999999999999</cx:pt>
          <cx:pt idx="205">27.93</cx:pt>
          <cx:pt idx="206">20.890000000000001</cx:pt>
          <cx:pt idx="207">13.324</cx:pt>
          <cx:pt idx="208">27.408000000000001</cx:pt>
          <cx:pt idx="209">14.461</cx:pt>
          <cx:pt idx="210">12.884</cx:pt>
          <cx:pt idx="211">13.243</cx:pt>
          <cx:pt idx="212">14.096</cx:pt>
          <cx:pt idx="213">12.646000000000001</cx:pt>
          <cx:pt idx="214">16.507999999999999</cx:pt>
          <cx:pt idx="215">34.131</cx:pt>
          <cx:pt idx="216">21.908000000000001</cx:pt>
          <cx:pt idx="217">12.548999999999999</cx:pt>
          <cx:pt idx="218">13.117000000000001</cx:pt>
          <cx:pt idx="219">22.712</cx:pt>
          <cx:pt idx="220">38.029000000000003</cx:pt>
          <cx:pt idx="221">9.0419999999999998</cx:pt>
          <cx:pt idx="222">9.1300000000000008</cx:pt>
          <cx:pt idx="223">20.125</cx:pt>
          <cx:pt idx="224">20.187999999999999</cx:pt>
          <cx:pt idx="225">17.068000000000001</cx:pt>
          <cx:pt idx="226">25.411000000000001</cx:pt>
          <cx:pt idx="227">25.065999999999999</cx:pt>
          <cx:pt idx="228">16.186</cx:pt>
          <cx:pt idx="229">9.4469999999999992</cx:pt>
          <cx:pt idx="230">18.744</cx:pt>
          <cx:pt idx="231">16.873999999999999</cx:pt>
          <cx:pt idx="232">14.109999999999999</cx:pt>
          <cx:pt idx="233">22.885000000000002</cx:pt>
          <cx:pt idx="234">26.407</cx:pt>
          <cx:pt idx="235">34.747999999999998</cx:pt>
          <cx:pt idx="236">32.271000000000001</cx:pt>
          <cx:pt idx="237">20.170000000000002</cx:pt>
          <cx:pt idx="238">20.091999999999999</cx:pt>
          <cx:pt idx="239">20.550999999999998</cx:pt>
          <cx:pt idx="240">24.207000000000001</cx:pt>
          <cx:pt idx="241">23.355</cx:pt>
          <cx:pt idx="242">21.381</cx:pt>
          <cx:pt idx="243">28.091000000000001</cx:pt>
          <cx:pt idx="244">32.978000000000002</cx:pt>
          <cx:pt idx="245">16.396999999999998</cx:pt>
          <cx:pt idx="246">9.8740000000000006</cx:pt>
          <cx:pt idx="247">14.193</cx:pt>
          <cx:pt idx="248">19.652999999999999</cx:pt>
          <cx:pt idx="249">24.821000000000002</cx:pt>
          <cx:pt idx="250">40.222000000000001</cx:pt>
          <cx:pt idx="251">41.128999999999998</cx:pt>
          <cx:pt idx="252">34.814999999999998</cx:pt>
          <cx:pt idx="253">36.424999999999997</cx:pt>
          <cx:pt idx="254">31.094000000000001</cx:pt>
          <cx:pt idx="255">29.773</cx:pt>
          <cx:pt idx="256">22.998000000000001</cx:pt>
          <cx:pt idx="257">20.962</cx:pt>
          <cx:pt idx="258">22.763999999999999</cx:pt>
          <cx:pt idx="259">19.943999999999999</cx:pt>
          <cx:pt idx="260">19.934999999999999</cx:pt>
          <cx:pt idx="261">24.725000000000001</cx:pt>
          <cx:pt idx="262">11.327</cx:pt>
          <cx:pt idx="263">7.3789999999999996</cx:pt>
          <cx:pt idx="264">11.788</cx:pt>
          <cx:pt idx="265">28.905999999999999</cx:pt>
          <cx:pt idx="266">30.088999999999999</cx:pt>
          <cx:pt idx="267">41.834000000000003</cx:pt>
          <cx:pt idx="268">42.936</cx:pt>
          <cx:pt idx="269">47.387999999999998</cx:pt>
          <cx:pt idx="270">44.372999999999998</cx:pt>
          <cx:pt idx="271">20.309999999999999</cx:pt>
          <cx:pt idx="272">17.443000000000001</cx:pt>
          <cx:pt idx="273">27.984000000000002</cx:pt>
          <cx:pt idx="274">19.562999999999999</cx:pt>
          <cx:pt idx="275">21.779</cx:pt>
          <cx:pt idx="276">28.297000000000001</cx:pt>
          <cx:pt idx="277">36.673999999999999</cx:pt>
          <cx:pt idx="278">10.384</cx:pt>
          <cx:pt idx="279">12.503</cx:pt>
          <cx:pt idx="280">25.859000000000002</cx:pt>
          <cx:pt idx="281">17.474</cx:pt>
          <cx:pt idx="282">21.289999999999999</cx:pt>
          <cx:pt idx="283">26.48</cx:pt>
          <cx:pt idx="284">10.662000000000001</cx:pt>
          <cx:pt idx="285">36.155000000000001</cx:pt>
          <cx:pt idx="286">36.664000000000001</cx:pt>
          <cx:pt idx="287">34.037999999999997</cx:pt>
          <cx:pt idx="288">30.683</cx:pt>
          <cx:pt idx="289">23.797000000000001</cx:pt>
          <cx:pt idx="290">18.117999999999999</cx:pt>
          <cx:pt idx="291">15.422000000000001</cx:pt>
          <cx:pt idx="292">12.602</cx:pt>
          <cx:pt idx="293">40.046999999999997</cx:pt>
          <cx:pt idx="294">14.052</cx:pt>
          <cx:pt idx="295">42.594000000000001</cx:pt>
          <cx:pt idx="296">13.907</cx:pt>
          <cx:pt idx="297">23.885000000000002</cx:pt>
          <cx:pt idx="298">30.254999999999999</cx:pt>
          <cx:pt idx="299">40.314</cx:pt>
          <cx:pt idx="300">23.821999999999999</cx:pt>
          <cx:pt idx="301">11.138999999999999</cx:pt>
          <cx:pt idx="302">22.756</cx:pt>
          <cx:pt idx="303">25.978000000000002</cx:pt>
          <cx:pt idx="304">7.407</cx:pt>
          <cx:pt idx="305">20.09</cx:pt>
          <cx:pt idx="306">24.771999999999998</cx:pt>
          <cx:pt idx="307">17.620999999999999</cx:pt>
          <cx:pt idx="308">25.745999999999999</cx:pt>
          <cx:pt idx="309">24.763000000000002</cx:pt>
          <cx:pt idx="310">37.365000000000002</cx:pt>
          <cx:pt idx="311">25.686</cx:pt>
          <cx:pt idx="312">46.024000000000001</cx:pt>
          <cx:pt idx="313">34.149999999999999</cx:pt>
          <cx:pt idx="314">9.5429999999999993</cx:pt>
          <cx:pt idx="315">13.896000000000001</cx:pt>
          <cx:pt idx="316">44.558999999999997</cx:pt>
          <cx:pt idx="317">17.946999999999999</cx:pt>
          <cx:pt idx="318">8.3480000000000008</cx:pt>
          <cx:pt idx="319">16.872</cx:pt>
          <cx:pt idx="320">22.43</cx:pt>
          <cx:pt idx="321">17.696000000000002</cx:pt>
          <cx:pt idx="322">31.969999999999999</cx:pt>
          <cx:pt idx="323">25.922999999999998</cx:pt>
          <cx:pt idx="324">18.010999999999999</cx:pt>
          <cx:pt idx="325">12.347</cx:pt>
          <cx:pt idx="326">14.286</cx:pt>
          <cx:pt idx="327">22.513999999999999</cx:pt>
          <cx:pt idx="328">30.143000000000001</cx:pt>
          <cx:pt idx="329">31.989000000000001</cx:pt>
          <cx:pt idx="330">40.656999999999996</cx:pt>
          <cx:pt idx="331">17.364999999999998</cx:pt>
          <cx:pt idx="332">13.997999999999999</cx:pt>
          <cx:pt idx="333">26.326000000000001</cx:pt>
          <cx:pt idx="334">20.280999999999999</cx:pt>
          <cx:pt idx="335">30.626000000000001</cx:pt>
          <cx:pt idx="336">19.369</cx:pt>
          <cx:pt idx="337">25.329000000000001</cx:pt>
          <cx:pt idx="338">24.367000000000001</cx:pt>
          <cx:pt idx="339">34.359000000000002</cx:pt>
          <cx:pt idx="340">33.286999999999999</cx:pt>
          <cx:pt idx="341">40.329000000000001</cx:pt>
          <cx:pt idx="342">27.611999999999998</cx:pt>
          <cx:pt idx="343">25.972000000000001</cx:pt>
          <cx:pt idx="344">12.487</cx:pt>
          <cx:pt idx="345">20.344000000000001</cx:pt>
          <cx:pt idx="346">17.956</cx:pt>
          <cx:pt idx="347">15.57</cx:pt>
          <cx:pt idx="348">31.251000000000001</cx:pt>
          <cx:pt idx="349">17.745999999999999</cx:pt>
          <cx:pt idx="350">45.034999999999997</cx:pt>
          <cx:pt idx="351">46.652999999999999</cx:pt>
          <cx:pt idx="352">27.866</cx:pt>
          <cx:pt idx="353">15.161</cx:pt>
          <cx:pt idx="354">18.329999999999998</cx:pt>
          <cx:pt idx="355">58.475999999999999</cx:pt>
          <cx:pt idx="356">16.251999999999999</cx:pt>
          <cx:pt idx="357">22.800999999999998</cx:pt>
          <cx:pt idx="358">38.857999999999997</cx:pt>
          <cx:pt idx="359">32.627000000000002</cx:pt>
          <cx:pt idx="360">11.864000000000001</cx:pt>
          <cx:pt idx="361">24.952000000000002</cx:pt>
          <cx:pt idx="362">27.324999999999999</cx:pt>
          <cx:pt idx="363">49.581000000000003</cx:pt>
          <cx:pt idx="364">42.625999999999998</cx:pt>
          <cx:pt idx="365">21.576000000000001</cx:pt>
          <cx:pt idx="366">44.564</cx:pt>
          <cx:pt idx="367">11.468</cx:pt>
          <cx:pt idx="368">9.8239999999999998</cx:pt>
          <cx:pt idx="369">35.317</cx:pt>
          <cx:pt idx="370">15.743</cx:pt>
          <cx:pt idx="371">9.2789999999999999</cx:pt>
          <cx:pt idx="372">20.757000000000001</cx:pt>
          <cx:pt idx="373">24.384</cx:pt>
          <cx:pt idx="374">11.005000000000001</cx:pt>
          <cx:pt idx="375">15.557</cx:pt>
          <cx:pt idx="376">30.163</cx:pt>
          <cx:pt idx="377">10.429</cx:pt>
          <cx:pt idx="378">24.401</cx:pt>
          <cx:pt idx="379">16.085000000000001</cx:pt>
          <cx:pt idx="380">17.414000000000001</cx:pt>
          <cx:pt idx="381">11.725</cx:pt>
          <cx:pt idx="382">17.404</cx:pt>
          <cx:pt idx="383">15.932</cx:pt>
          <cx:pt idx="384">17.16</cx:pt>
          <cx:pt idx="385">18.295000000000002</cx:pt>
          <cx:pt idx="386">33.079000000000001</cx:pt>
          <cx:pt idx="387">27.831</cx:pt>
          <cx:pt idx="388">38.420000000000002</cx:pt>
          <cx:pt idx="389">12.914999999999999</cx:pt>
          <cx:pt idx="390">15.336</cx:pt>
          <cx:pt idx="391">22.359000000000002</cx:pt>
          <cx:pt idx="392">15.666</cx:pt>
          <cx:pt idx="393">45.503</cx:pt>
          <cx:pt idx="394">14.007</cx:pt>
          <cx:pt idx="395">49.741</cx:pt>
          <cx:pt idx="396">40.415999999999997</cx:pt>
          <cx:pt idx="397">14.832000000000001</cx:pt>
          <cx:pt idx="398">17.821999999999999</cx:pt>
          <cx:pt idx="399">19.128</cx:pt>
          <cx:pt idx="400">36.549999999999997</cx:pt>
          <cx:pt idx="401">29.390999999999998</cx:pt>
          <cx:pt idx="402">53.631999999999998</cx:pt>
          <cx:pt idx="403">28.555</cx:pt>
          <cx:pt idx="404">24.768000000000001</cx:pt>
          <cx:pt idx="405">39.893000000000001</cx:pt>
          <cx:pt idx="406">40.210000000000001</cx:pt>
          <cx:pt idx="407">25.484000000000002</cx:pt>
          <cx:pt idx="408">25.239999999999998</cx:pt>
          <cx:pt idx="409">31.545000000000002</cx:pt>
          <cx:pt idx="410">56.594999999999999</cx:pt>
          <cx:pt idx="411">54.951000000000001</cx:pt>
          <cx:pt idx="412">22.859000000000002</cx:pt>
          <cx:pt idx="413">25.843</cx:pt>
          <cx:pt idx="414">27.483000000000001</cx:pt>
          <cx:pt idx="415">8.8300000000000001</cx:pt>
          <cx:pt idx="416">23.597000000000001</cx:pt>
          <cx:pt idx="417">31.867999999999999</cx:pt>
          <cx:pt idx="418">13.458</cx:pt>
          <cx:pt idx="419">24.492999999999999</cx:pt>
          <cx:pt idx="420">13.273</cx:pt>
          <cx:pt idx="421">14.750999999999999</cx:pt>
          <cx:pt idx="422">18.309000000000001</cx:pt>
          <cx:pt idx="423">33.695</cx:pt>
          <cx:pt idx="424">37.661000000000001</cx:pt>
          <cx:pt idx="425">27.263999999999999</cx:pt>
          <cx:pt idx="426">12.989000000000001</cx:pt>
          <cx:pt idx="427">26.635999999999999</cx:pt>
          <cx:pt idx="428">27.388999999999999</cx:pt>
          <cx:pt idx="429">13.941000000000001</cx:pt>
          <cx:pt idx="430">25.966999999999999</cx:pt>
          <cx:pt idx="431">28.634</cx:pt>
          <cx:pt idx="432">41.960000000000001</cx:pt>
          <cx:pt idx="433">22.414000000000001</cx:pt>
          <cx:pt idx="434">20.469000000000001</cx:pt>
          <cx:pt idx="435">29.635000000000002</cx:pt>
          <cx:pt idx="436">25.913</cx:pt>
          <cx:pt idx="437">28.431999999999999</cx:pt>
          <cx:pt idx="438">25.849</cx:pt>
          <cx:pt idx="439">14.807</cx:pt>
          <cx:pt idx="440">6.0229999999999997</cx:pt>
          <cx:pt idx="441">33.194000000000003</cx:pt>
          <cx:pt idx="442">20.497</cx:pt>
          <cx:pt idx="443">38.902000000000001</cx:pt>
          <cx:pt idx="444">26.547000000000001</cx:pt>
          <cx:pt idx="445">52.531999999999996</cx:pt>
          <cx:pt idx="446">60.909999999999997</cx:pt>
          <cx:pt idx="447">18.199999999999999</cx:pt>
          <cx:pt idx="448">39.728000000000002</cx:pt>
          <cx:pt idx="449">37.676000000000002</cx:pt>
          <cx:pt idx="450">22.350000000000001</cx:pt>
          <cx:pt idx="451">23.170999999999999</cx:pt>
          <cx:pt idx="452">33.030000000000001</cx:pt>
          <cx:pt idx="453">13.397</cx:pt>
          <cx:pt idx="454">18.690000000000001</cx:pt>
          <cx:pt idx="455">28.925999999999998</cx:pt>
          <cx:pt idx="456">21.274000000000001</cx:pt>
          <cx:pt idx="457">33.829999999999998</cx:pt>
          <cx:pt idx="458">36.043999999999997</cx:pt>
          <cx:pt idx="459">27.562999999999999</cx:pt>
          <cx:pt idx="460">22.163</cx:pt>
          <cx:pt idx="461">35.923999999999999</cx:pt>
          <cx:pt idx="462">13.630000000000001</cx:pt>
          <cx:pt idx="463">12.847</cx:pt>
          <cx:pt idx="464">28.417999999999999</cx:pt>
          <cx:pt idx="465">20.901</cx:pt>
          <cx:pt idx="466">32.045000000000002</cx:pt>
          <cx:pt idx="467">62.164000000000001</cx:pt>
          <cx:pt idx="468">40.226999999999997</cx:pt>
          <cx:pt idx="469">15.066000000000001</cx:pt>
          <cx:pt idx="470">13.984</cx:pt>
          <cx:pt idx="471">21.215</cx:pt>
          <cx:pt idx="472">13.629</cx:pt>
          <cx:pt idx="473">12.662000000000001</cx:pt>
          <cx:pt idx="474">26.960000000000001</cx:pt>
          <cx:pt idx="475">26.721</cx:pt>
          <cx:pt idx="476">32.460999999999999</cx:pt>
          <cx:pt idx="477">29.178000000000001</cx:pt>
          <cx:pt idx="478">26.657</cx:pt>
          <cx:pt idx="479">16.593</cx:pt>
          <cx:pt idx="480">43.997999999999998</cx:pt>
          <cx:pt idx="481">45.212000000000003</cx:pt>
          <cx:pt idx="482">13.970000000000001</cx:pt>
          <cx:pt idx="483">19.350999999999999</cx:pt>
          <cx:pt idx="484">39.420000000000002</cx:pt>
          <cx:pt idx="485">51.890000000000001</cx:pt>
          <cx:pt idx="486">67.891000000000005</cx:pt>
          <cx:pt idx="487">31.576000000000001</cx:pt>
          <cx:pt idx="488">17.702000000000002</cx:pt>
          <cx:pt idx="489">18.495999999999999</cx:pt>
          <cx:pt idx="490">14.708</cx:pt>
          <cx:pt idx="491">63.921999999999997</cx:pt>
          <cx:pt idx="492">20.245999999999999</cx:pt>
          <cx:pt idx="493">49.264000000000003</cx:pt>
          <cx:pt idx="494">43.755000000000003</cx:pt>
          <cx:pt idx="495">66.195999999999998</cx:pt>
          <cx:pt idx="496">83.031000000000006</cx:pt>
          <cx:pt idx="497">63.893999999999998</cx:pt>
          <cx:pt idx="498">38.890000000000001</cx:pt>
          <cx:pt idx="499">10.27</cx:pt>
          <cx:pt idx="500">20.942</cx:pt>
          <cx:pt idx="501">36.033000000000001</cx:pt>
          <cx:pt idx="502">14.494999999999999</cx:pt>
          <cx:pt idx="503">22.914000000000001</cx:pt>
          <cx:pt idx="504">53.460999999999999</cx:pt>
          <cx:pt idx="505">44.134</cx:pt>
          <cx:pt idx="506">15.494999999999999</cx:pt>
          <cx:pt idx="507">16.474</cx:pt>
          <cx:pt idx="508">35.939999999999998</cx:pt>
          <cx:pt idx="509">39.387999999999998</cx:pt>
          <cx:pt idx="510">25.582999999999998</cx:pt>
          <cx:pt idx="511">7.4900000000000002</cx:pt>
          <cx:pt idx="512">18.504999999999999</cx:pt>
          <cx:pt idx="513">18.442</cx:pt>
          <cx:pt idx="514">51.701000000000001</cx:pt>
          <cx:pt idx="515">46.122999999999998</cx:pt>
          <cx:pt idx="516">26.956</cx:pt>
          <cx:pt idx="517">31.297000000000001</cx:pt>
          <cx:pt idx="518">17.779</cx:pt>
          <cx:pt idx="519">30.696999999999999</cx:pt>
          <cx:pt idx="520">43.106000000000002</cx:pt>
          <cx:pt idx="521">15.678000000000001</cx:pt>
          <cx:pt idx="522">17.437000000000001</cx:pt>
          <cx:pt idx="523">31.809000000000001</cx:pt>
          <cx:pt idx="524">42.630000000000003</cx:pt>
          <cx:pt idx="525">13.801</cx:pt>
          <cx:pt idx="526">15.218999999999999</cx:pt>
          <cx:pt idx="527">13.929</cx:pt>
          <cx:pt idx="528">37.093000000000004</cx:pt>
          <cx:pt idx="529">71.373999999999995</cx:pt>
          <cx:pt idx="530">21.381</cx:pt>
          <cx:pt idx="531">48.167000000000002</cx:pt>
          <cx:pt idx="532">14.596</cx:pt>
          <cx:pt idx="533">48.039000000000001</cx:pt>
          <cx:pt idx="534">22.940000000000001</cx:pt>
          <cx:pt idx="535">36.911000000000001</cx:pt>
          <cx:pt idx="536">21.957999999999998</cx:pt>
          <cx:pt idx="537">48.531999999999996</cx:pt>
          <cx:pt idx="538">32.585999999999999</cx:pt>
          <cx:pt idx="539">48.722999999999999</cx:pt>
          <cx:pt idx="540">43.314</cx:pt>
          <cx:pt idx="541">60.140999999999998</cx:pt>
          <cx:pt idx="542">53.670999999999999</cx:pt>
          <cx:pt idx="543">23.236000000000001</cx:pt>
          <cx:pt idx="544">32.871000000000002</cx:pt>
          <cx:pt idx="545">35.082999999999998</cx:pt>
          <cx:pt idx="546">22.451000000000001</cx:pt>
          <cx:pt idx="547">30.297000000000001</cx:pt>
          <cx:pt idx="548">25.925000000000001</cx:pt>
          <cx:pt idx="549">24.504999999999999</cx:pt>
          <cx:pt idx="550">18.542000000000002</cx:pt>
          <cx:pt idx="551">17.652999999999999</cx:pt>
          <cx:pt idx="552">29.670999999999999</cx:pt>
          <cx:pt idx="553">33.652999999999999</cx:pt>
          <cx:pt idx="554">39.683</cx:pt>
          <cx:pt idx="555">26.866</cx:pt>
          <cx:pt idx="556">34.381</cx:pt>
          <cx:pt idx="557">25.972999999999999</cx:pt>
          <cx:pt idx="558">38.658999999999999</cx:pt>
          <cx:pt idx="559">15.619</cx:pt>
          <cx:pt idx="560">19.059999999999999</cx:pt>
          <cx:pt idx="561">43.323999999999998</cx:pt>
          <cx:pt idx="562">28.309000000000001</cx:pt>
          <cx:pt idx="563">25.114000000000001</cx:pt>
          <cx:pt idx="564">57.183999999999997</cx:pt>
          <cx:pt idx="565">36.948</cx:pt>
          <cx:pt idx="566">57.918999999999997</cx:pt>
          <cx:pt idx="567">21.306000000000001</cx:pt>
          <cx:pt idx="568">30.184000000000001</cx:pt>
          <cx:pt idx="569">46.122</cx:pt>
          <cx:pt idx="570">8.0820000000000007</cx:pt>
          <cx:pt idx="571">43.619</cx:pt>
          <cx:pt idx="572">47.399999999999999</cx:pt>
          <cx:pt idx="573">48.545000000000002</cx:pt>
          <cx:pt idx="574">56.909999999999997</cx:pt>
          <cx:pt idx="575">54.158000000000001</cx:pt>
          <cx:pt idx="576">14.628</cx:pt>
          <cx:pt idx="577">43.843000000000004</cx:pt>
          <cx:pt idx="578">19.135999999999999</cx:pt>
          <cx:pt idx="579">29.481999999999999</cx:pt>
          <cx:pt idx="580">39.880000000000003</cx:pt>
          <cx:pt idx="581">46.457000000000001</cx:pt>
          <cx:pt idx="582">75.995999999999995</cx:pt>
          <cx:pt idx="583">12.340999999999999</cx:pt>
          <cx:pt idx="584">20.242000000000001</cx:pt>
          <cx:pt idx="585">30.936</cx:pt>
          <cx:pt idx="586">50.802999999999997</cx:pt>
          <cx:pt idx="587">21.405000000000001</cx:pt>
          <cx:pt idx="588">57.119</cx:pt>
          <cx:pt idx="589">50.633000000000003</cx:pt>
          <cx:pt idx="590">75.706000000000003</cx:pt>
          <cx:pt idx="591">54.750999999999998</cx:pt>
          <cx:pt idx="592">54.755000000000003</cx:pt>
          <cx:pt idx="593">40.475999999999999</cx:pt>
          <cx:pt idx="594">59.18</cx:pt>
          <cx:pt idx="595">93.560000000000002</cx:pt>
          <cx:pt idx="596">43.378</cx:pt>
          <cx:pt idx="597">24.780999999999999</cx:pt>
          <cx:pt idx="598">46.630000000000003</cx:pt>
          <cx:pt idx="599">31.850000000000001</cx:pt>
          <cx:pt idx="600">20.815999999999999</cx:pt>
          <cx:pt idx="601">57.625</cx:pt>
          <cx:pt idx="602">80.120999999999995</cx:pt>
          <cx:pt idx="603">26.059000000000001</cx:pt>
          <cx:pt idx="604">26.109000000000002</cx:pt>
          <cx:pt idx="605">38.962000000000003</cx:pt>
          <cx:pt idx="606">55.302</cx:pt>
          <cx:pt idx="607">26.411999999999999</cx:pt>
          <cx:pt idx="608">51.762</cx:pt>
          <cx:pt idx="609">20.890000000000001</cx:pt>
          <cx:pt idx="610">59.738</cx:pt>
          <cx:pt idx="611">22.992999999999999</cx:pt>
          <cx:pt idx="612">26.202000000000002</cx:pt>
          <cx:pt idx="613">23.192</cx:pt>
          <cx:pt idx="614">67.137</cx:pt>
          <cx:pt idx="615">29.097999999999999</cx:pt>
          <cx:pt idx="616">15.858000000000001</cx:pt>
          <cx:pt idx="617">25.783000000000001</cx:pt>
          <cx:pt idx="618">32.866999999999997</cx:pt>
          <cx:pt idx="619">53.466999999999999</cx:pt>
          <cx:pt idx="620">41.069000000000003</cx:pt>
          <cx:pt idx="621">22.824000000000002</cx:pt>
          <cx:pt idx="622">37.073999999999998</cx:pt>
          <cx:pt idx="623">50.206000000000003</cx:pt>
          <cx:pt idx="624">83.040000000000006</cx:pt>
          <cx:pt idx="625">14.949</cx:pt>
          <cx:pt idx="626">15.176</cx:pt>
          <cx:pt idx="627">48.021000000000001</cx:pt>
          <cx:pt idx="628">18.503</cx:pt>
          <cx:pt idx="629">49.578000000000003</cx:pt>
          <cx:pt idx="630">21.327000000000002</cx:pt>
          <cx:pt idx="631">33.682000000000002</cx:pt>
          <cx:pt idx="632">61.835000000000001</cx:pt>
          <cx:pt idx="633">31.052</cx:pt>
          <cx:pt idx="634">35.097999999999999</cx:pt>
          <cx:pt idx="635">76.182000000000002</cx:pt>
          <cx:pt idx="636">37.837000000000003</cx:pt>
          <cx:pt idx="637">56.375999999999998</cx:pt>
          <cx:pt idx="638">32.177999999999997</cx:pt>
          <cx:pt idx="639">79.878</cx:pt>
          <cx:pt idx="640">27.091999999999999</cx:pt>
          <cx:pt idx="641">23.114999999999998</cx:pt>
          <cx:pt idx="642">36.274999999999999</cx:pt>
          <cx:pt idx="643">30.785</cx:pt>
          <cx:pt idx="644">42.244</cx:pt>
          <cx:pt idx="645">29.082000000000001</cx:pt>
          <cx:pt idx="646">44.240000000000002</cx:pt>
          <cx:pt idx="647">8.0169999999999995</cx:pt>
          <cx:pt idx="648">46.386000000000003</cx:pt>
          <cx:pt idx="649">57.637999999999998</cx:pt>
          <cx:pt idx="650">27.558</cx:pt>
          <cx:pt idx="651">23.594000000000001</cx:pt>
          <cx:pt idx="652">34.134</cx:pt>
          <cx:pt idx="653">23.073</cx:pt>
          <cx:pt idx="654">59.627000000000002</cx:pt>
          <cx:pt idx="655">66.515000000000001</cx:pt>
          <cx:pt idx="656">45.247</cx:pt>
          <cx:pt idx="657">48.298999999999999</cx:pt>
          <cx:pt idx="658">38.100000000000001</cx:pt>
          <cx:pt idx="659">44.155999999999999</cx:pt>
          <cx:pt idx="660">27.733000000000001</cx:pt>
          <cx:pt idx="661">33.598999999999997</cx:pt>
          <cx:pt idx="662">27.539999999999999</cx:pt>
          <cx:pt idx="663">41.509</cx:pt>
          <cx:pt idx="664">67.632999999999996</cx:pt>
          <cx:pt idx="665">47.530000000000001</cx:pt>
          <cx:pt idx="666">49.206000000000003</cx:pt>
          <cx:pt idx="667">58.892000000000003</cx:pt>
          <cx:pt idx="668">47.466999999999999</cx:pt>
          <cx:pt idx="669">35.828000000000003</cx:pt>
          <cx:pt idx="670">51.534999999999997</cx:pt>
          <cx:pt idx="671">11.433</cx:pt>
          <cx:pt idx="672">31.268000000000001</cx:pt>
          <cx:pt idx="673">42.515000000000001</cx:pt>
          <cx:pt idx="674">58.924999999999997</cx:pt>
          <cx:pt idx="675">34.680999999999997</cx:pt>
          <cx:pt idx="676">32.725999999999999</cx:pt>
          <cx:pt idx="677">27.850999999999999</cx:pt>
          <cx:pt idx="678">49.920999999999999</cx:pt>
          <cx:pt idx="679">42.926000000000002</cx:pt>
          <cx:pt idx="680">85.167000000000002</cx:pt>
          <cx:pt idx="681">49.511000000000003</cx:pt>
          <cx:pt idx="682">34.453000000000003</cx:pt>
          <cx:pt idx="683">47.429000000000002</cx:pt>
          <cx:pt idx="684">32.832999999999998</cx:pt>
          <cx:pt idx="685">60.743000000000002</cx:pt>
          <cx:pt idx="686">38.268999999999998</cx:pt>
          <cx:pt idx="687">60.499000000000002</cx:pt>
          <cx:pt idx="688">45.582000000000001</cx:pt>
          <cx:pt idx="689">103.283</cx:pt>
          <cx:pt idx="690">40.186</cx:pt>
          <cx:pt idx="691">70.75</cx:pt>
          <cx:pt idx="692">105.39100000000001</cx:pt>
          <cx:pt idx="693">49</cx:pt>
          <cx:pt idx="694">34.966000000000001</cx:pt>
          <cx:pt idx="695">46.223999999999997</cx:pt>
          <cx:pt idx="696">35.848999999999997</cx:pt>
          <cx:pt idx="697">89.007999999999996</cx:pt>
          <cx:pt idx="698">141.95699999999999</cx:pt>
          <cx:pt idx="699">37.322000000000003</cx:pt>
          <cx:pt idx="700">49.518999999999998</cx:pt>
          <cx:pt idx="701">34.656999999999996</cx:pt>
          <cx:pt idx="702">60.164999999999999</cx:pt>
          <cx:pt idx="703">123.02200000000001</cx:pt>
          <cx:pt idx="704">57.067</cx:pt>
          <cx:pt idx="705">71.730000000000004</cx:pt>
          <cx:pt idx="706">48.917000000000002</cx:pt>
          <cx:pt idx="707">47.058999999999997</cx:pt>
          <cx:pt idx="708">62.307000000000002</cx:pt>
          <cx:pt idx="709">132.60400000000001</cx:pt>
          <cx:pt idx="710">54.078000000000003</cx:pt>
          <cx:pt idx="711">79.363</cx:pt>
          <cx:pt idx="712">61.119999999999997</cx:pt>
          <cx:pt idx="713">143.44999999999999</cx:pt>
          <cx:pt idx="714">55.133000000000003</cx:pt>
          <cx:pt idx="715">66.304000000000002</cx:pt>
          <cx:pt idx="716">86.203999999999994</cx:pt>
          <cx:pt idx="717">110.46299999999999</cx:pt>
          <cx:pt idx="718">76.040999999999997</cx:pt>
          <cx:pt idx="719">122.542</cx:pt>
          <cx:pt idx="720">140.57300000000001</cx:pt>
          <cx:pt idx="721">77.730999999999995</cx:pt>
          <cx:pt idx="722">83.823999999999998</cx:pt>
          <cx:pt idx="723">87.343000000000004</cx:pt>
          <cx:pt idx="724">132.065</cx:pt>
          <cx:pt idx="725">252.53999999999999</cx:pt>
          <cx:pt idx="726">138.042</cx:pt>
          <cx:pt idx="727">141.44999999999999</cx:pt>
          <cx:pt idx="728">122.184</cx:pt>
          <cx:pt idx="729">267.541</cx:pt>
          <cx:pt idx="730">145.608</cx:pt>
          <cx:pt idx="731">132.22499999999999</cx:pt>
          <cx:pt idx="732">222.34100000000001</cx:pt>
          <cx:pt idx="733">69.924999999999997</cx:pt>
          <cx:pt idx="734">87.775000000000006</cx:pt>
          <cx:pt idx="735">208.18299999999999</cx:pt>
          <cx:pt idx="736">33.987000000000002</cx:pt>
        </cx:lvl>
      </cx:numDim>
    </cx:data>
  </cx:chartData>
  <cx:chart>
    <cx:title pos="t" align="ctr" overlay="0">
      <cx:tx>
        <cx:txData>
          <cx:v>Length</cx:v>
        </cx:txData>
      </cx:tx>
      <cx:txPr>
        <a:bodyPr spcFirstLastPara="1" vertOverflow="ellipsis" horzOverflow="overflow" wrap="square" lIns="0" tIns="0" rIns="0" bIns="0" anchor="ctr" anchorCtr="1"/>
        <a:lstStyle/>
        <a:p>
          <a:pPr algn="ctr" rtl="0">
            <a:defRPr/>
          </a:pPr>
          <a:r>
            <a:rPr lang="en-US" sz="1400" b="0" i="0" u="none" strike="noStrike" baseline="0">
              <a:solidFill>
                <a:sysClr val="windowText" lastClr="000000">
                  <a:lumMod val="65000"/>
                  <a:lumOff val="35000"/>
                </a:sysClr>
              </a:solidFill>
              <a:latin typeface="Aptos Narrow" panose="02110004020202020204"/>
            </a:rPr>
            <a:t>Length</a:t>
          </a:r>
        </a:p>
      </cx:txPr>
    </cx:title>
    <cx:plotArea>
      <cx:plotAreaRegion>
        <cx:series layoutId="clusteredColumn" uniqueId="{E054649F-25D1-48CE-A9D0-44D165048C1C}">
          <cx:tx>
            <cx:txData>
              <cx:f>'leave edited'!$E$1</cx:f>
              <cx:v>Length (mm)</cx:v>
            </cx:txData>
          </cx:tx>
          <cx:dataLabels/>
          <cx:dataId val="0"/>
          <cx:layoutPr>
            <cx:binning intervalClosed="r" underflow="0" overflow="160">
              <cx:binCount val="30"/>
            </cx:binning>
          </cx:layoutPr>
        </cx:series>
      </cx:plotAreaRegion>
      <cx:axis id="0">
        <cx:catScaling gapWidth="0"/>
        <cx:tickLabels/>
        <cx:numFmt formatCode="#,##0.0" sourceLinked="0"/>
      </cx:axis>
      <cx:axis id="1">
        <cx:valScaling/>
        <cx:majorGridlines/>
        <cx:tickLabels/>
      </cx:axis>
    </cx:plotArea>
  </cx:chart>
</cx:chartSpace>
</file>

<file path=ppt/charts/chartEx16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numDim type="val">
        <cx:f>'leave edited'!$F$2:$F$738</cx:f>
        <cx:lvl ptCount="737" formatCode="General">
          <cx:pt idx="0">6.2510000000000003</cx:pt>
          <cx:pt idx="1">2.4470000000000001</cx:pt>
          <cx:pt idx="2">2.6560000000000001</cx:pt>
          <cx:pt idx="3">7.4349999999999996</cx:pt>
          <cx:pt idx="4">3.4359999999999999</cx:pt>
          <cx:pt idx="5">2.6059999999999999</cx:pt>
          <cx:pt idx="6">2.4980000000000002</cx:pt>
          <cx:pt idx="7">3.0019999999999998</cx:pt>
          <cx:pt idx="8">4.3659999999999997</cx:pt>
          <cx:pt idx="9">3.5089999999999999</cx:pt>
          <cx:pt idx="10">2.367</cx:pt>
          <cx:pt idx="11">2.5</cx:pt>
          <cx:pt idx="12">12.196</cx:pt>
          <cx:pt idx="13">4.5880000000000001</cx:pt>
          <cx:pt idx="14">4.2030000000000003</cx:pt>
          <cx:pt idx="15">9.2490000000000006</cx:pt>
          <cx:pt idx="16">8.2270000000000003</cx:pt>
          <cx:pt idx="17">6.0449999999999999</cx:pt>
          <cx:pt idx="18">4.6500000000000004</cx:pt>
          <cx:pt idx="19">2.2010000000000001</cx:pt>
          <cx:pt idx="20">6.4770000000000003</cx:pt>
          <cx:pt idx="21">5.4930000000000003</cx:pt>
          <cx:pt idx="22">5.5289999999999999</cx:pt>
          <cx:pt idx="23">5.5940000000000003</cx:pt>
          <cx:pt idx="24">6.4029999999999996</cx:pt>
          <cx:pt idx="25">3.2890000000000001</cx:pt>
          <cx:pt idx="26">3.3069999999999999</cx:pt>
          <cx:pt idx="27">3.0830000000000002</cx:pt>
          <cx:pt idx="28">4.1829999999999998</cx:pt>
          <cx:pt idx="29">5.6529999999999996</cx:pt>
          <cx:pt idx="30">9</cx:pt>
          <cx:pt idx="31">3.79</cx:pt>
          <cx:pt idx="32">3.0249999999999999</cx:pt>
          <cx:pt idx="33">11.364000000000001</cx:pt>
          <cx:pt idx="34">4.0350000000000001</cx:pt>
          <cx:pt idx="35">4.5309999999999997</cx:pt>
          <cx:pt idx="36">12.742000000000001</cx:pt>
          <cx:pt idx="37">8.8970000000000002</cx:pt>
          <cx:pt idx="38">17.015999999999998</cx:pt>
          <cx:pt idx="39">16.928000000000001</cx:pt>
          <cx:pt idx="40">5.8739999999999997</cx:pt>
          <cx:pt idx="41">4.7350000000000003</cx:pt>
          <cx:pt idx="42">5.0179999999999998</cx:pt>
          <cx:pt idx="43">4.6950000000000003</cx:pt>
          <cx:pt idx="44">2.956</cx:pt>
          <cx:pt idx="45">5.1900000000000004</cx:pt>
          <cx:pt idx="46">3.0920000000000001</cx:pt>
          <cx:pt idx="47">3.4420000000000002</cx:pt>
          <cx:pt idx="48">3.5529999999999999</cx:pt>
          <cx:pt idx="49">3.194</cx:pt>
          <cx:pt idx="50">5.5839999999999996</cx:pt>
          <cx:pt idx="51">7.117</cx:pt>
          <cx:pt idx="52">4.8360000000000003</cx:pt>
          <cx:pt idx="53">2.6899999999999999</cx:pt>
          <cx:pt idx="54">4.0309999999999997</cx:pt>
          <cx:pt idx="55">3.3010000000000002</cx:pt>
          <cx:pt idx="56">4.2800000000000002</cx:pt>
          <cx:pt idx="57">7.5149999999999997</cx:pt>
          <cx:pt idx="58">3.8759999999999999</cx:pt>
          <cx:pt idx="59">4.7800000000000002</cx:pt>
          <cx:pt idx="60">2.9289999999999998</cx:pt>
          <cx:pt idx="61">6.2409999999999997</cx:pt>
          <cx:pt idx="62">4.7089999999999996</cx:pt>
          <cx:pt idx="63">8.6240000000000006</cx:pt>
          <cx:pt idx="64">7.3789999999999996</cx:pt>
          <cx:pt idx="65">3.1499999999999999</cx:pt>
          <cx:pt idx="66">3.7770000000000001</cx:pt>
          <cx:pt idx="67">3.0910000000000002</cx:pt>
          <cx:pt idx="68">2.4289999999999998</cx:pt>
          <cx:pt idx="69">5.9370000000000003</cx:pt>
          <cx:pt idx="70">9.1609999999999996</cx:pt>
          <cx:pt idx="71">5.6740000000000004</cx:pt>
          <cx:pt idx="72">4.6289999999999996</cx:pt>
          <cx:pt idx="73">5.7569999999999997</cx:pt>
          <cx:pt idx="74">8.3480000000000008</cx:pt>
          <cx:pt idx="75">4.6799999999999997</cx:pt>
          <cx:pt idx="76">14.343999999999999</cx:pt>
          <cx:pt idx="77">8.4979999999999993</cx:pt>
          <cx:pt idx="78">3.4940000000000002</cx:pt>
          <cx:pt idx="79">3.3530000000000002</cx:pt>
          <cx:pt idx="80">3.327</cx:pt>
          <cx:pt idx="81">4.1970000000000001</cx:pt>
          <cx:pt idx="82">12.513</cx:pt>
          <cx:pt idx="83">5.4059999999999997</cx:pt>
          <cx:pt idx="84">6.4199999999999999</cx:pt>
          <cx:pt idx="85">5.008</cx:pt>
          <cx:pt idx="86">6.8319999999999999</cx:pt>
          <cx:pt idx="87">9.4039999999999999</cx:pt>
          <cx:pt idx="88">13.317</cx:pt>
          <cx:pt idx="89">13.587</cx:pt>
          <cx:pt idx="90">5.0709999999999997</cx:pt>
          <cx:pt idx="91">6.0819999999999999</cx:pt>
          <cx:pt idx="92">8.6750000000000007</cx:pt>
          <cx:pt idx="93">4.2030000000000003</cx:pt>
          <cx:pt idx="94">3.1589999999999998</cx:pt>
          <cx:pt idx="95">4.3570000000000002</cx:pt>
          <cx:pt idx="96">8.3740000000000006</cx:pt>
          <cx:pt idx="97">7.1369999999999996</cx:pt>
          <cx:pt idx="98">5.4710000000000001</cx:pt>
          <cx:pt idx="99">5.1760000000000002</cx:pt>
          <cx:pt idx="100">8.4870000000000001</cx:pt>
          <cx:pt idx="101">9.5690000000000008</cx:pt>
          <cx:pt idx="102">7.8479999999999999</cx:pt>
          <cx:pt idx="103">9.1440000000000001</cx:pt>
          <cx:pt idx="104">11.387</cx:pt>
          <cx:pt idx="105">4.181</cx:pt>
          <cx:pt idx="106">5.9580000000000002</cx:pt>
          <cx:pt idx="107">7.3490000000000002</cx:pt>
          <cx:pt idx="108">4.4379999999999997</cx:pt>
          <cx:pt idx="109">4.3940000000000001</cx:pt>
          <cx:pt idx="110">7.0380000000000003</cx:pt>
          <cx:pt idx="111">8.1069999999999993</cx:pt>
          <cx:pt idx="112">3.3109999999999999</cx:pt>
          <cx:pt idx="113">4.5880000000000001</cx:pt>
          <cx:pt idx="114">5.9459999999999997</cx:pt>
          <cx:pt idx="115">5.46</cx:pt>
          <cx:pt idx="116">4.2939999999999996</cx:pt>
          <cx:pt idx="117">5.0439999999999996</cx:pt>
          <cx:pt idx="118">5.2210000000000001</cx:pt>
          <cx:pt idx="119">8.1449999999999996</cx:pt>
          <cx:pt idx="120">8.5730000000000004</cx:pt>
          <cx:pt idx="121">7.0049999999999999</cx:pt>
          <cx:pt idx="122">4.9610000000000003</cx:pt>
          <cx:pt idx="123">5.7709999999999999</cx:pt>
          <cx:pt idx="124">3.4980000000000002</cx:pt>
          <cx:pt idx="125">6.8659999999999997</cx:pt>
          <cx:pt idx="126">4.3410000000000002</cx:pt>
          <cx:pt idx="127">5.3259999999999996</cx:pt>
          <cx:pt idx="128">8.8770000000000007</cx:pt>
          <cx:pt idx="129">4.9169999999999998</cx:pt>
          <cx:pt idx="130">6.2830000000000004</cx:pt>
          <cx:pt idx="131">6.1100000000000003</cx:pt>
          <cx:pt idx="132">10.973000000000001</cx:pt>
          <cx:pt idx="133">3.3839999999999999</cx:pt>
          <cx:pt idx="134">4.6369999999999996</cx:pt>
          <cx:pt idx="135">4.6689999999999996</cx:pt>
          <cx:pt idx="136">5.423</cx:pt>
          <cx:pt idx="137">8.9469999999999992</cx:pt>
          <cx:pt idx="138">4.8159999999999998</cx:pt>
          <cx:pt idx="139">7.8209999999999997</cx:pt>
          <cx:pt idx="140">9.1699999999999999</cx:pt>
          <cx:pt idx="141">7.3330000000000002</cx:pt>
          <cx:pt idx="142">10.654999999999999</cx:pt>
          <cx:pt idx="143">5.7270000000000003</cx:pt>
          <cx:pt idx="144">4.0069999999999997</cx:pt>
          <cx:pt idx="145">4.6870000000000003</cx:pt>
          <cx:pt idx="146">7.2450000000000001</cx:pt>
          <cx:pt idx="147">6.2009999999999996</cx:pt>
          <cx:pt idx="148">4.665</cx:pt>
          <cx:pt idx="149">4.5469999999999997</cx:pt>
          <cx:pt idx="150">4.5789999999999997</cx:pt>
          <cx:pt idx="151">11.295</cx:pt>
          <cx:pt idx="152">8.6609999999999996</cx:pt>
          <cx:pt idx="153">7.774</cx:pt>
          <cx:pt idx="154">11.675000000000001</cx:pt>
          <cx:pt idx="155">6.8620000000000001</cx:pt>
          <cx:pt idx="156">6.0830000000000002</cx:pt>
          <cx:pt idx="157">4.4130000000000003</cx:pt>
          <cx:pt idx="158">18.443999999999999</cx:pt>
          <cx:pt idx="159">6.9729999999999999</cx:pt>
          <cx:pt idx="160">13.759</cx:pt>
          <cx:pt idx="161">4.5380000000000003</cx:pt>
          <cx:pt idx="162">4.5069999999999997</cx:pt>
          <cx:pt idx="163">6.9960000000000004</cx:pt>
          <cx:pt idx="164">5.5259999999999998</cx:pt>
          <cx:pt idx="165">4.0179999999999998</cx:pt>
          <cx:pt idx="166">4.9720000000000004</cx:pt>
          <cx:pt idx="167">5.5339999999999998</cx:pt>
          <cx:pt idx="168">4.8230000000000004</cx:pt>
          <cx:pt idx="169">4.8940000000000001</cx:pt>
          <cx:pt idx="170">17.532</cx:pt>
          <cx:pt idx="171">3.8740000000000001</cx:pt>
          <cx:pt idx="172">4.6630000000000003</cx:pt>
          <cx:pt idx="173">3.7770000000000001</cx:pt>
          <cx:pt idx="174">7.5309999999999997</cx:pt>
          <cx:pt idx="175">5.5919999999999996</cx:pt>
          <cx:pt idx="176">4.3620000000000001</cx:pt>
          <cx:pt idx="177">4.0819999999999999</cx:pt>
          <cx:pt idx="178">11.305</cx:pt>
          <cx:pt idx="179">10.380000000000001</cx:pt>
          <cx:pt idx="180">4.6689999999999996</cx:pt>
          <cx:pt idx="181">12.818</cx:pt>
          <cx:pt idx="182">3.4399999999999999</cx:pt>
          <cx:pt idx="183">16.010999999999999</cx:pt>
          <cx:pt idx="184">10.58</cx:pt>
          <cx:pt idx="185">11.808999999999999</cx:pt>
          <cx:pt idx="186">5.532</cx:pt>
          <cx:pt idx="187">4.7560000000000002</cx:pt>
          <cx:pt idx="188">7.9349999999999996</cx:pt>
          <cx:pt idx="189">3.7130000000000001</cx:pt>
          <cx:pt idx="190">9.3369999999999997</cx:pt>
          <cx:pt idx="191">8.4489999999999998</cx:pt>
          <cx:pt idx="192">4.2850000000000001</cx:pt>
          <cx:pt idx="193">7.0739999999999998</cx:pt>
          <cx:pt idx="194">5.9459999999999997</cx:pt>
          <cx:pt idx="195">3.516</cx:pt>
          <cx:pt idx="196">4.3330000000000002</cx:pt>
          <cx:pt idx="197">9.1980000000000004</cx:pt>
          <cx:pt idx="198">16.766999999999999</cx:pt>
          <cx:pt idx="199">5.9850000000000003</cx:pt>
          <cx:pt idx="200">5.2359999999999998</cx:pt>
          <cx:pt idx="201">4.7249999999999996</cx:pt>
          <cx:pt idx="202">12.034000000000001</cx:pt>
          <cx:pt idx="203">5.3040000000000003</cx:pt>
          <cx:pt idx="204">7.0469999999999997</cx:pt>
          <cx:pt idx="205">7.1879999999999997</cx:pt>
          <cx:pt idx="206">7.2530000000000001</cx:pt>
          <cx:pt idx="207">5.2960000000000003</cx:pt>
          <cx:pt idx="208">6.0990000000000002</cx:pt>
          <cx:pt idx="209">9.2080000000000002</cx:pt>
          <cx:pt idx="210">6.4509999999999996</cx:pt>
          <cx:pt idx="211">4.7949999999999999</cx:pt>
          <cx:pt idx="212">4.1509999999999998</cx:pt>
          <cx:pt idx="213">7.4429999999999996</cx:pt>
          <cx:pt idx="214">6.1399999999999997</cx:pt>
          <cx:pt idx="215">6.29</cx:pt>
          <cx:pt idx="216">5.5149999999999997</cx:pt>
          <cx:pt idx="217">11.932</cx:pt>
          <cx:pt idx="218">11.074999999999999</cx:pt>
          <cx:pt idx="219">6.2220000000000004</cx:pt>
          <cx:pt idx="220">11.411</cx:pt>
          <cx:pt idx="221">6.649</cx:pt>
          <cx:pt idx="222">8.5269999999999992</cx:pt>
          <cx:pt idx="223">4.3869999999999996</cx:pt>
          <cx:pt idx="224">7.4119999999999999</cx:pt>
          <cx:pt idx="225">3.7959999999999998</cx:pt>
          <cx:pt idx="226">7.7220000000000004</cx:pt>
          <cx:pt idx="227">6.0789999999999997</cx:pt>
          <cx:pt idx="228">15.167999999999999</cx:pt>
          <cx:pt idx="229">6.5780000000000003</cx:pt>
          <cx:pt idx="230">4.4729999999999999</cx:pt>
          <cx:pt idx="231">5.242</cx:pt>
          <cx:pt idx="232">11.483000000000001</cx:pt>
          <cx:pt idx="233">6.1529999999999996</cx:pt>
          <cx:pt idx="234">5.5700000000000003</cx:pt>
          <cx:pt idx="235">10.314</cx:pt>
          <cx:pt idx="236">5.9589999999999996</cx:pt>
          <cx:pt idx="237">4.3879999999999999</cx:pt>
          <cx:pt idx="238">11.073</cx:pt>
          <cx:pt idx="239">5.1920000000000002</cx:pt>
          <cx:pt idx="240">7.9109999999999996</cx:pt>
          <cx:pt idx="241">10.058</cx:pt>
          <cx:pt idx="242">9.5050000000000008</cx:pt>
          <cx:pt idx="243">7.2789999999999999</cx:pt>
          <cx:pt idx="244">8.2420000000000009</cx:pt>
          <cx:pt idx="245">3.573</cx:pt>
          <cx:pt idx="246">5.6040000000000001</cx:pt>
          <cx:pt idx="247">6.4089999999999998</cx:pt>
          <cx:pt idx="248">3.754</cx:pt>
          <cx:pt idx="249">8.2759999999999998</cx:pt>
          <cx:pt idx="250">8.3100000000000005</cx:pt>
          <cx:pt idx="251">5.9100000000000001</cx:pt>
          <cx:pt idx="252">8.391</cx:pt>
          <cx:pt idx="253">7.585</cx:pt>
          <cx:pt idx="254">13.782</cx:pt>
          <cx:pt idx="255">5.5970000000000004</cx:pt>
          <cx:pt idx="256">6.5270000000000001</cx:pt>
          <cx:pt idx="257">4.4809999999999999</cx:pt>
          <cx:pt idx="258">5.9530000000000003</cx:pt>
          <cx:pt idx="259">5.2220000000000004</cx:pt>
          <cx:pt idx="260">6.29</cx:pt>
          <cx:pt idx="261">7.2629999999999999</cx:pt>
          <cx:pt idx="262">4.3040000000000003</cx:pt>
          <cx:pt idx="263">6.298</cx:pt>
          <cx:pt idx="264">5.7629999999999999</cx:pt>
          <cx:pt idx="265">3.7890000000000001</cx:pt>
          <cx:pt idx="266">5.0339999999999998</cx:pt>
          <cx:pt idx="267">10.179</cx:pt>
          <cx:pt idx="268">5.5419999999999998</cx:pt>
          <cx:pt idx="269">9.8729999999999993</cx:pt>
          <cx:pt idx="270">6.8330000000000002</cx:pt>
          <cx:pt idx="271">3.637</cx:pt>
          <cx:pt idx="272">4.4329999999999998</cx:pt>
          <cx:pt idx="273">5.5250000000000004</cx:pt>
          <cx:pt idx="274">4.726</cx:pt>
          <cx:pt idx="275">15.145</cx:pt>
          <cx:pt idx="276">11.365</cx:pt>
          <cx:pt idx="277">16.469999999999999</cx:pt>
          <cx:pt idx="278">12.186999999999999</cx:pt>
          <cx:pt idx="279">4.508</cx:pt>
          <cx:pt idx="280">6.3200000000000003</cx:pt>
          <cx:pt idx="281">5.6189999999999998</cx:pt>
          <cx:pt idx="282">6.6680000000000001</cx:pt>
          <cx:pt idx="283">10.715999999999999</cx:pt>
          <cx:pt idx="284">6.0259999999999998</cx:pt>
          <cx:pt idx="285">6.8419999999999996</cx:pt>
          <cx:pt idx="286">6.657</cx:pt>
          <cx:pt idx="287">7.1929999999999996</cx:pt>
          <cx:pt idx="288">5.1390000000000002</cx:pt>
          <cx:pt idx="289">12.641</cx:pt>
          <cx:pt idx="290">6.2549999999999999</cx:pt>
          <cx:pt idx="291">12.644</cx:pt>
          <cx:pt idx="292">6.4619999999999997</cx:pt>
          <cx:pt idx="293">7.2560000000000002</cx:pt>
          <cx:pt idx="294">6.7469999999999999</cx:pt>
          <cx:pt idx="295">7.21</cx:pt>
          <cx:pt idx="296">8.859</cx:pt>
          <cx:pt idx="297">6.3040000000000003</cx:pt>
          <cx:pt idx="298">5.3129999999999997</cx:pt>
          <cx:pt idx="299">7.1379999999999999</cx:pt>
          <cx:pt idx="300">7.1909999999999998</cx:pt>
          <cx:pt idx="301">9.9499999999999993</cx:pt>
          <cx:pt idx="302">7.4530000000000003</cx:pt>
          <cx:pt idx="303">5.2069999999999999</cx:pt>
          <cx:pt idx="304">8.9480000000000004</cx:pt>
          <cx:pt idx="305">8.3140000000000001</cx:pt>
          <cx:pt idx="306">6.9480000000000004</cx:pt>
          <cx:pt idx="307">5.1470000000000002</cx:pt>
          <cx:pt idx="308">7.7599999999999998</cx:pt>
          <cx:pt idx="309">6.3390000000000004</cx:pt>
          <cx:pt idx="310">9.0739999999999998</cx:pt>
          <cx:pt idx="311">6.2220000000000004</cx:pt>
          <cx:pt idx="312">13.618</cx:pt>
          <cx:pt idx="313">25.247</cx:pt>
          <cx:pt idx="314">6.992</cx:pt>
          <cx:pt idx="315">6.2859999999999996</cx:pt>
          <cx:pt idx="316">5.9500000000000002</cx:pt>
          <cx:pt idx="317">5.7370000000000001</cx:pt>
          <cx:pt idx="318">10.948</cx:pt>
          <cx:pt idx="319">5.7869999999999999</cx:pt>
          <cx:pt idx="320">5.9320000000000004</cx:pt>
          <cx:pt idx="321">5.1289999999999996</cx:pt>
          <cx:pt idx="322">7.1440000000000001</cx:pt>
          <cx:pt idx="323">5.7370000000000001</cx:pt>
          <cx:pt idx="324">9.0760000000000005</cx:pt>
          <cx:pt idx="325">5.6559999999999997</cx:pt>
          <cx:pt idx="326">6.6429999999999998</cx:pt>
          <cx:pt idx="327">4.9880000000000004</cx:pt>
          <cx:pt idx="328">6.9589999999999996</cx:pt>
          <cx:pt idx="329">11.395</cx:pt>
          <cx:pt idx="330">8.7609999999999992</cx:pt>
          <cx:pt idx="331">9.9160000000000004</cx:pt>
          <cx:pt idx="332">5.8979999999999997</cx:pt>
          <cx:pt idx="333">7.1059999999999999</cx:pt>
          <cx:pt idx="334">3.9329999999999998</cx:pt>
          <cx:pt idx="335">4.9080000000000004</cx:pt>
          <cx:pt idx="336">4.4509999999999996</cx:pt>
          <cx:pt idx="337">7.6710000000000003</cx:pt>
          <cx:pt idx="338">5.6520000000000001</cx:pt>
          <cx:pt idx="339">7.2270000000000003</cx:pt>
          <cx:pt idx="340">8.2599999999999998</cx:pt>
          <cx:pt idx="341">10.743</cx:pt>
          <cx:pt idx="342">7.431</cx:pt>
          <cx:pt idx="343">7.6130000000000004</cx:pt>
          <cx:pt idx="344">11.669</cx:pt>
          <cx:pt idx="345">6.2770000000000001</cx:pt>
          <cx:pt idx="346">8.1440000000000001</cx:pt>
          <cx:pt idx="347">7.4480000000000004</cx:pt>
          <cx:pt idx="348">11.159000000000001</cx:pt>
          <cx:pt idx="349">4.9299999999999997</cx:pt>
          <cx:pt idx="350">11.037000000000001</cx:pt>
          <cx:pt idx="351">18.280000000000001</cx:pt>
          <cx:pt idx="352">9.0619999999999994</cx:pt>
          <cx:pt idx="353">6.4420000000000002</cx:pt>
          <cx:pt idx="354">5.1799999999999997</cx:pt>
          <cx:pt idx="355">9.4350000000000005</cx:pt>
          <cx:pt idx="356">6.7080000000000002</cx:pt>
          <cx:pt idx="357">5.891</cx:pt>
          <cx:pt idx="358">11.029</cx:pt>
          <cx:pt idx="359">9.5340000000000007</cx:pt>
          <cx:pt idx="360">6.4630000000000001</cx:pt>
          <cx:pt idx="361">4.6769999999999996</cx:pt>
          <cx:pt idx="362">11.554</cx:pt>
          <cx:pt idx="363">11.821999999999999</cx:pt>
          <cx:pt idx="364">8.9550000000000001</cx:pt>
          <cx:pt idx="365">8.0459999999999994</cx:pt>
          <cx:pt idx="366">8.1370000000000005</cx:pt>
          <cx:pt idx="367">8.0459999999999994</cx:pt>
          <cx:pt idx="368">7.0759999999999996</cx:pt>
          <cx:pt idx="369">4.3819999999999997</cx:pt>
          <cx:pt idx="370">12.227</cx:pt>
          <cx:pt idx="371">6.1580000000000004</cx:pt>
          <cx:pt idx="372">4.3259999999999996</cx:pt>
          <cx:pt idx="373">5.6319999999999997</cx:pt>
          <cx:pt idx="374">9.6509999999999998</cx:pt>
          <cx:pt idx="375">7.1950000000000003</cx:pt>
          <cx:pt idx="376">6.702</cx:pt>
          <cx:pt idx="377">5.8959999999999999</cx:pt>
          <cx:pt idx="378">3.5190000000000001</cx:pt>
          <cx:pt idx="379">7.1580000000000004</cx:pt>
          <cx:pt idx="380">5.9589999999999996</cx:pt>
          <cx:pt idx="381">6.1619999999999999</cx:pt>
          <cx:pt idx="382">9.298</cx:pt>
          <cx:pt idx="383">4.7889999999999997</cx:pt>
          <cx:pt idx="384">6.1909999999999998</cx:pt>
          <cx:pt idx="385">9.4619999999999997</cx:pt>
          <cx:pt idx="386">12.895</cx:pt>
          <cx:pt idx="387">4.7039999999999997</cx:pt>
          <cx:pt idx="388">6.1269999999999998</cx:pt>
          <cx:pt idx="389">5.7169999999999996</cx:pt>
          <cx:pt idx="390">7.5990000000000002</cx:pt>
          <cx:pt idx="391">7.165</cx:pt>
          <cx:pt idx="392">5.0620000000000003</cx:pt>
          <cx:pt idx="393">9.1609999999999996</cx:pt>
          <cx:pt idx="394">6.5730000000000004</cx:pt>
          <cx:pt idx="395">16.623000000000001</cx:pt>
          <cx:pt idx="396">6.4980000000000002</cx:pt>
          <cx:pt idx="397">3.3519999999999999</cx:pt>
          <cx:pt idx="398">6.3579999999999997</cx:pt>
          <cx:pt idx="399">5.6779999999999999</cx:pt>
          <cx:pt idx="400">5.4779999999999998</cx:pt>
          <cx:pt idx="401">6.1150000000000002</cx:pt>
          <cx:pt idx="402">9.0419999999999998</cx:pt>
          <cx:pt idx="403">4.9059999999999997</cx:pt>
          <cx:pt idx="404">4.8929999999999998</cx:pt>
          <cx:pt idx="405">5.9690000000000003</cx:pt>
          <cx:pt idx="406">6.9080000000000004</cx:pt>
          <cx:pt idx="407">9.9580000000000002</cx:pt>
          <cx:pt idx="408">5.3710000000000004</cx:pt>
          <cx:pt idx="409">6.9260000000000002</cx:pt>
          <cx:pt idx="410">10.525</cx:pt>
          <cx:pt idx="411">18.969000000000001</cx:pt>
          <cx:pt idx="412">7.9249999999999998</cx:pt>
          <cx:pt idx="413">5.1390000000000002</cx:pt>
          <cx:pt idx="414">7.1989999999999998</cx:pt>
          <cx:pt idx="415">13.211</cx:pt>
          <cx:pt idx="416">9.1099999999999994</cx:pt>
          <cx:pt idx="417">5.0030000000000001</cx:pt>
          <cx:pt idx="418">12.920999999999999</cx:pt>
          <cx:pt idx="419">11.862</cx:pt>
          <cx:pt idx="420">5.7300000000000004</cx:pt>
          <cx:pt idx="421">9.7919999999999998</cx:pt>
          <cx:pt idx="422">6.6459999999999999</cx:pt>
          <cx:pt idx="423">7.8849999999999998</cx:pt>
          <cx:pt idx="424">9.4239999999999995</cx:pt>
          <cx:pt idx="425">7.6619999999999999</cx:pt>
          <cx:pt idx="426">12.427</cx:pt>
          <cx:pt idx="427">5.444</cx:pt>
          <cx:pt idx="428">11.954000000000001</cx:pt>
          <cx:pt idx="429">7.5919999999999996</cx:pt>
          <cx:pt idx="430">6.4299999999999997</cx:pt>
          <cx:pt idx="431">18.170999999999999</cx:pt>
          <cx:pt idx="432">30.626000000000001</cx:pt>
          <cx:pt idx="433">10.295999999999999</cx:pt>
          <cx:pt idx="434">5.774</cx:pt>
          <cx:pt idx="435">17.399999999999999</cx:pt>
          <cx:pt idx="436">6.0499999999999998</cx:pt>
          <cx:pt idx="437">8.5800000000000001</cx:pt>
          <cx:pt idx="438">10.317</cx:pt>
          <cx:pt idx="439">7.2140000000000004</cx:pt>
          <cx:pt idx="440">26.716000000000001</cx:pt>
          <cx:pt idx="441">7.4240000000000004</cx:pt>
          <cx:pt idx="442">13.933999999999999</cx:pt>
          <cx:pt idx="443">8.2029999999999994</cx:pt>
          <cx:pt idx="444">16.858000000000001</cx:pt>
          <cx:pt idx="445">29.812999999999999</cx:pt>
          <cx:pt idx="446">15.384</cx:pt>
          <cx:pt idx="447">7.9269999999999996</cx:pt>
          <cx:pt idx="448">11.542999999999999</cx:pt>
          <cx:pt idx="449">9.2230000000000008</cx:pt>
          <cx:pt idx="450">5.5019999999999998</cx:pt>
          <cx:pt idx="451">5.8899999999999997</cx:pt>
          <cx:pt idx="452">8.4529999999999994</cx:pt>
          <cx:pt idx="453">8.4789999999999992</cx:pt>
          <cx:pt idx="454">6.4710000000000001</cx:pt>
          <cx:pt idx="455">11.994999999999999</cx:pt>
          <cx:pt idx="456">9.7430000000000003</cx:pt>
          <cx:pt idx="457">11.627000000000001</cx:pt>
          <cx:pt idx="458">7.5129999999999999</cx:pt>
          <cx:pt idx="459">14.763</cx:pt>
          <cx:pt idx="460">8.1829999999999998</cx:pt>
          <cx:pt idx="461">12.331</cx:pt>
          <cx:pt idx="462">9.1010000000000009</cx:pt>
          <cx:pt idx="463">7.4020000000000001</cx:pt>
          <cx:pt idx="464">7.5960000000000001</cx:pt>
          <cx:pt idx="465">7.2720000000000002</cx:pt>
          <cx:pt idx="466">13.406000000000001</cx:pt>
          <cx:pt idx="467">17.265999999999998</cx:pt>
          <cx:pt idx="468">12.77</cx:pt>
          <cx:pt idx="469">7.2960000000000003</cx:pt>
          <cx:pt idx="470">7.8090000000000002</cx:pt>
          <cx:pt idx="471">6.3259999999999996</cx:pt>
          <cx:pt idx="472">12.755000000000001</cx:pt>
          <cx:pt idx="473">34.875999999999998</cx:pt>
          <cx:pt idx="474">10.106</cx:pt>
          <cx:pt idx="475">3.726</cx:pt>
          <cx:pt idx="476">7.4550000000000001</cx:pt>
          <cx:pt idx="477">19.818000000000001</cx:pt>
          <cx:pt idx="478">13.747</cx:pt>
          <cx:pt idx="479">5.899</cx:pt>
          <cx:pt idx="480">9.0239999999999991</cx:pt>
          <cx:pt idx="481">4.5039999999999996</cx:pt>
          <cx:pt idx="482">10.951000000000001</cx:pt>
          <cx:pt idx="483">6.0369999999999999</cx:pt>
          <cx:pt idx="484">6.9960000000000004</cx:pt>
          <cx:pt idx="485">17.651</cx:pt>
          <cx:pt idx="486">21.300999999999998</cx:pt>
          <cx:pt idx="487">12.818</cx:pt>
          <cx:pt idx="488">7.6580000000000004</cx:pt>
          <cx:pt idx="489">6.0209999999999999</cx:pt>
          <cx:pt idx="490">9.1649999999999991</cx:pt>
          <cx:pt idx="491">13.005000000000001</cx:pt>
          <cx:pt idx="492">5.4450000000000003</cx:pt>
          <cx:pt idx="493">9.6739999999999995</cx:pt>
          <cx:pt idx="494">5.242</cx:pt>
          <cx:pt idx="495">11.558999999999999</cx:pt>
          <cx:pt idx="496">37.499000000000002</cx:pt>
          <cx:pt idx="497">14.656000000000001</cx:pt>
          <cx:pt idx="498">10.202999999999999</cx:pt>
          <cx:pt idx="499">9.7270000000000003</cx:pt>
          <cx:pt idx="500">6.952</cx:pt>
          <cx:pt idx="501">10.061</cx:pt>
          <cx:pt idx="502">9.2539999999999996</cx:pt>
          <cx:pt idx="503">15.771000000000001</cx:pt>
          <cx:pt idx="504">16.489999999999998</cx:pt>
          <cx:pt idx="505">8.5760000000000005</cx:pt>
          <cx:pt idx="506">9.7189999999999994</cx:pt>
          <cx:pt idx="507">7.7969999999999997</cx:pt>
          <cx:pt idx="508">12.398999999999999</cx:pt>
          <cx:pt idx="509">13.972</cx:pt>
          <cx:pt idx="510">5.242</cx:pt>
          <cx:pt idx="511">42.954000000000001</cx:pt>
          <cx:pt idx="512">6.415</cx:pt>
          <cx:pt idx="513">10.268000000000001</cx:pt>
          <cx:pt idx="514">11.138999999999999</cx:pt>
          <cx:pt idx="515">10.147</cx:pt>
          <cx:pt idx="516">8.2409999999999997</cx:pt>
          <cx:pt idx="517">5.6710000000000003</cx:pt>
          <cx:pt idx="518">6.3949999999999996</cx:pt>
          <cx:pt idx="519">10.166</cx:pt>
          <cx:pt idx="520">7.3029999999999999</cx:pt>
          <cx:pt idx="521">9.8810000000000002</cx:pt>
          <cx:pt idx="522">9.516</cx:pt>
          <cx:pt idx="523">18.318999999999999</cx:pt>
          <cx:pt idx="524">8.1280000000000001</cx:pt>
          <cx:pt idx="525">8.2089999999999996</cx:pt>
          <cx:pt idx="526">7.1070000000000002</cx:pt>
          <cx:pt idx="527">9.7889999999999997</cx:pt>
          <cx:pt idx="528">11.778</cx:pt>
          <cx:pt idx="529">7.7880000000000003</cx:pt>
          <cx:pt idx="530">8.0920000000000005</cx:pt>
          <cx:pt idx="531">17.199999999999999</cx:pt>
          <cx:pt idx="532">9.468</cx:pt>
          <cx:pt idx="533">8.9760000000000009</cx:pt>
          <cx:pt idx="534">9.3170000000000002</cx:pt>
          <cx:pt idx="535">7.7670000000000003</cx:pt>
          <cx:pt idx="536">6.4939999999999998</cx:pt>
          <cx:pt idx="537">8.7390000000000008</cx:pt>
          <cx:pt idx="538">9.9920000000000009</cx:pt>
          <cx:pt idx="539">9.391</cx:pt>
          <cx:pt idx="540">15.31</cx:pt>
          <cx:pt idx="541">17.015999999999998</cx:pt>
          <cx:pt idx="542">19.140000000000001</cx:pt>
          <cx:pt idx="543">11.036</cx:pt>
          <cx:pt idx="544">13.132999999999999</cx:pt>
          <cx:pt idx="545">42.529000000000003</cx:pt>
          <cx:pt idx="546">11.423</cx:pt>
          <cx:pt idx="547">7.6310000000000002</cx:pt>
          <cx:pt idx="548">6.1840000000000002</cx:pt>
          <cx:pt idx="549">10.932</cx:pt>
          <cx:pt idx="550">7.2080000000000002</cx:pt>
          <cx:pt idx="551">6.4660000000000002</cx:pt>
          <cx:pt idx="552">8.2509999999999994</cx:pt>
          <cx:pt idx="553">6.5609999999999999</cx:pt>
          <cx:pt idx="554">23.273</cx:pt>
          <cx:pt idx="555">16.338999999999999</cx:pt>
          <cx:pt idx="556">8.9329999999999998</cx:pt>
          <cx:pt idx="557">5.3780000000000001</cx:pt>
          <cx:pt idx="558">10.602</cx:pt>
          <cx:pt idx="559">7.7380000000000004</cx:pt>
          <cx:pt idx="560">6.6070000000000002</cx:pt>
          <cx:pt idx="561">8.7989999999999995</cx:pt>
          <cx:pt idx="562">5.234</cx:pt>
          <cx:pt idx="563">7.7400000000000002</cx:pt>
          <cx:pt idx="564">27.370000000000001</cx:pt>
          <cx:pt idx="565">6.8250000000000002</cx:pt>
          <cx:pt idx="566">7.875</cx:pt>
          <cx:pt idx="567">7.7789999999999999</cx:pt>
          <cx:pt idx="568">15.323</cx:pt>
          <cx:pt idx="569">7.5439999999999996</cx:pt>
          <cx:pt idx="570">30.173999999999999</cx:pt>
          <cx:pt idx="571">22.131</cx:pt>
          <cx:pt idx="572">15.407999999999999</cx:pt>
          <cx:pt idx="573">11.843999999999999</cx:pt>
          <cx:pt idx="574">16.954000000000001</cx:pt>
          <cx:pt idx="575">24.742999999999999</cx:pt>
          <cx:pt idx="576">10.739000000000001</cx:pt>
          <cx:pt idx="577">15.302</cx:pt>
          <cx:pt idx="578">11.106999999999999</cx:pt>
          <cx:pt idx="579">6.5439999999999996</cx:pt>
          <cx:pt idx="580">13.255000000000001</cx:pt>
          <cx:pt idx="581">24.422000000000001</cx:pt>
          <cx:pt idx="582">18.135000000000002</cx:pt>
          <cx:pt idx="583">10.317</cx:pt>
          <cx:pt idx="584">9.2230000000000008</cx:pt>
          <cx:pt idx="585">10.103</cx:pt>
          <cx:pt idx="586">8.4169999999999998</cx:pt>
          <cx:pt idx="587">8.4760000000000009</cx:pt>
          <cx:pt idx="588">9.1929999999999996</cx:pt>
          <cx:pt idx="589">17.422999999999998</cx:pt>
          <cx:pt idx="590">25.504000000000001</cx:pt>
          <cx:pt idx="591">13.045999999999999</cx:pt>
          <cx:pt idx="592">15.460000000000001</cx:pt>
          <cx:pt idx="593">9.2260000000000009</cx:pt>
          <cx:pt idx="594">12.112</cx:pt>
          <cx:pt idx="595">17.035</cx:pt>
          <cx:pt idx="596">11.321</cx:pt>
          <cx:pt idx="597">38.719999999999999</cx:pt>
          <cx:pt idx="598">10.390000000000001</cx:pt>
          <cx:pt idx="599">7.1509999999999998</cx:pt>
          <cx:pt idx="600">7.3339999999999996</cx:pt>
          <cx:pt idx="601">38.506</cx:pt>
          <cx:pt idx="602">9.109</cx:pt>
          <cx:pt idx="603">18.039000000000001</cx:pt>
          <cx:pt idx="604">9.7170000000000005</cx:pt>
          <cx:pt idx="605">8.9510000000000005</cx:pt>
          <cx:pt idx="606">9.8960000000000008</cx:pt>
          <cx:pt idx="607">5.7930000000000001</cx:pt>
          <cx:pt idx="608">15.92</cx:pt>
          <cx:pt idx="609">9.0410000000000004</cx:pt>
          <cx:pt idx="610">8.5340000000000007</cx:pt>
          <cx:pt idx="611">7.8280000000000003</cx:pt>
          <cx:pt idx="612">7.6699999999999999</cx:pt>
          <cx:pt idx="613">10.909000000000001</cx:pt>
          <cx:pt idx="614">23.646999999999998</cx:pt>
          <cx:pt idx="615">14.65</cx:pt>
          <cx:pt idx="616">9.875</cx:pt>
          <cx:pt idx="617">9.3970000000000002</cx:pt>
          <cx:pt idx="618">11.531000000000001</cx:pt>
          <cx:pt idx="619">13.867000000000001</cx:pt>
          <cx:pt idx="620">9.1530000000000005</cx:pt>
          <cx:pt idx="621">9.0449999999999999</cx:pt>
          <cx:pt idx="622">12.090999999999999</cx:pt>
          <cx:pt idx="623">17.998999999999999</cx:pt>
          <cx:pt idx="624">24.350000000000001</cx:pt>
          <cx:pt idx="625">10.994999999999999</cx:pt>
          <cx:pt idx="626">7.1870000000000003</cx:pt>
          <cx:pt idx="627">14.458</cx:pt>
          <cx:pt idx="628">11.576000000000001</cx:pt>
          <cx:pt idx="629">8.8520000000000003</cx:pt>
          <cx:pt idx="630">10.529999999999999</cx:pt>
          <cx:pt idx="631">21.172000000000001</cx:pt>
          <cx:pt idx="632">12.784000000000001</cx:pt>
          <cx:pt idx="633">7.9809999999999999</cx:pt>
          <cx:pt idx="634">25.922999999999998</cx:pt>
          <cx:pt idx="635">30.914000000000001</cx:pt>
          <cx:pt idx="636">9.109</cx:pt>
          <cx:pt idx="637">14.898999999999999</cx:pt>
          <cx:pt idx="638">9.0749999999999993</cx:pt>
          <cx:pt idx="639">23.039999999999999</cx:pt>
          <cx:pt idx="640">11.885999999999999</cx:pt>
          <cx:pt idx="641">18.864999999999998</cx:pt>
          <cx:pt idx="642">10.316000000000001</cx:pt>
          <cx:pt idx="643">21.442</cx:pt>
          <cx:pt idx="644">16.242999999999999</cx:pt>
          <cx:pt idx="645">8.4600000000000009</cx:pt>
          <cx:pt idx="646">14.955</cx:pt>
          <cx:pt idx="647">37.136000000000003</cx:pt>
          <cx:pt idx="648">15.414</cx:pt>
          <cx:pt idx="649">20.427</cx:pt>
          <cx:pt idx="650">20.401</cx:pt>
          <cx:pt idx="651">13.334</cx:pt>
          <cx:pt idx="652">13.654</cx:pt>
          <cx:pt idx="653">9.8520000000000003</cx:pt>
          <cx:pt idx="654">14.512</cx:pt>
          <cx:pt idx="655">16.698</cx:pt>
          <cx:pt idx="656">14.698</cx:pt>
          <cx:pt idx="657">18.081</cx:pt>
          <cx:pt idx="658">19.422000000000001</cx:pt>
          <cx:pt idx="659">20.791</cx:pt>
          <cx:pt idx="660">96.293999999999997</cx:pt>
          <cx:pt idx="661">8.5239999999999991</cx:pt>
          <cx:pt idx="662">12.426</cx:pt>
          <cx:pt idx="663">11.442</cx:pt>
          <cx:pt idx="664">16.058</cx:pt>
          <cx:pt idx="665">18.789000000000001</cx:pt>
          <cx:pt idx="666">19.201000000000001</cx:pt>
          <cx:pt idx="667">11.278</cx:pt>
          <cx:pt idx="668">11.231</cx:pt>
          <cx:pt idx="669">9.8550000000000004</cx:pt>
          <cx:pt idx="670">11.368</cx:pt>
          <cx:pt idx="671">33.838999999999999</cx:pt>
          <cx:pt idx="672">10.470000000000001</cx:pt>
          <cx:pt idx="673">11.712999999999999</cx:pt>
          <cx:pt idx="674">33.737000000000002</cx:pt>
          <cx:pt idx="675">20.991</cx:pt>
          <cx:pt idx="676">15.478999999999999</cx:pt>
          <cx:pt idx="677">11.452</cx:pt>
          <cx:pt idx="678">85.119</cx:pt>
          <cx:pt idx="679">17.265000000000001</cx:pt>
          <cx:pt idx="680">15.515000000000001</cx:pt>
          <cx:pt idx="681">13.66</cx:pt>
          <cx:pt idx="682">19.024999999999999</cx:pt>
          <cx:pt idx="683">24.405000000000001</cx:pt>
          <cx:pt idx="684">17.024999999999999</cx:pt>
          <cx:pt idx="685">17.986999999999998</cx:pt>
          <cx:pt idx="686">10.779</cx:pt>
          <cx:pt idx="687">14.253</cx:pt>
          <cx:pt idx="688">17.744</cx:pt>
          <cx:pt idx="689">10.327</cx:pt>
          <cx:pt idx="690">15.981</cx:pt>
          <cx:pt idx="691">26.079999999999998</cx:pt>
          <cx:pt idx="692">21.099</cx:pt>
          <cx:pt idx="693">9.2560000000000002</cx:pt>
          <cx:pt idx="694">19.056999999999999</cx:pt>
          <cx:pt idx="695">11.186999999999999</cx:pt>
          <cx:pt idx="696">7.532</cx:pt>
          <cx:pt idx="697">22.603999999999999</cx:pt>
          <cx:pt idx="698">37.906999999999996</cx:pt>
          <cx:pt idx="699">11.263999999999999</cx:pt>
          <cx:pt idx="700">11.241</cx:pt>
          <cx:pt idx="701">102.46299999999999</cx:pt>
          <cx:pt idx="702">18.067</cx:pt>
          <cx:pt idx="703">37.228999999999999</cx:pt>
          <cx:pt idx="704">11.821</cx:pt>
          <cx:pt idx="705">13.85</cx:pt>
          <cx:pt idx="706">15.135999999999999</cx:pt>
          <cx:pt idx="707">15.138</cx:pt>
          <cx:pt idx="708">17.158999999999999</cx:pt>
          <cx:pt idx="709">49.716999999999999</cx:pt>
          <cx:pt idx="710">13.111000000000001</cx:pt>
          <cx:pt idx="711">14.108000000000001</cx:pt>
          <cx:pt idx="712">17.446999999999999</cx:pt>
          <cx:pt idx="713">18.457000000000001</cx:pt>
          <cx:pt idx="714">23.004999999999999</cx:pt>
          <cx:pt idx="715">36.502000000000002</cx:pt>
          <cx:pt idx="716">44.097999999999999</cx:pt>
          <cx:pt idx="717">14.166</cx:pt>
          <cx:pt idx="718">30.283000000000001</cx:pt>
          <cx:pt idx="719">37.438000000000002</cx:pt>
          <cx:pt idx="720">38.826999999999998</cx:pt>
          <cx:pt idx="721">27.254999999999999</cx:pt>
          <cx:pt idx="722">32.482999999999997</cx:pt>
          <cx:pt idx="723">44.021000000000001</cx:pt>
          <cx:pt idx="724">29.934999999999999</cx:pt>
          <cx:pt idx="725">42.450000000000003</cx:pt>
          <cx:pt idx="726">51.298999999999999</cx:pt>
          <cx:pt idx="727">21.285</cx:pt>
          <cx:pt idx="728">21.513000000000002</cx:pt>
          <cx:pt idx="729">38.052</cx:pt>
          <cx:pt idx="730">23.655000000000001</cx:pt>
          <cx:pt idx="731">31.564</cx:pt>
          <cx:pt idx="732">54.68</cx:pt>
          <cx:pt idx="733">34.773000000000003</cx:pt>
          <cx:pt idx="734">46.122999999999998</cx:pt>
          <cx:pt idx="735">39.508000000000003</cx:pt>
          <cx:pt idx="736">16.238</cx:pt>
        </cx:lvl>
      </cx:numDim>
    </cx:data>
  </cx:chartData>
  <cx:chart>
    <cx:title pos="t" align="ctr" overlay="0">
      <cx:tx>
        <cx:txData>
          <cx:v>Width</cx:v>
        </cx:txData>
      </cx:tx>
      <cx:txPr>
        <a:bodyPr spcFirstLastPara="1" vertOverflow="ellipsis" horzOverflow="overflow" wrap="square" lIns="0" tIns="0" rIns="0" bIns="0" anchor="ctr" anchorCtr="1"/>
        <a:lstStyle/>
        <a:p>
          <a:pPr algn="ctr" rtl="0">
            <a:defRPr/>
          </a:pPr>
          <a:r>
            <a:rPr lang="en-US" sz="1400" b="0" i="0" u="none" strike="noStrike" baseline="0">
              <a:solidFill>
                <a:sysClr val="windowText" lastClr="000000">
                  <a:lumMod val="65000"/>
                  <a:lumOff val="35000"/>
                </a:sysClr>
              </a:solidFill>
              <a:latin typeface="Aptos Narrow" panose="02110004020202020204"/>
            </a:rPr>
            <a:t>Width</a:t>
          </a:r>
        </a:p>
      </cx:txPr>
    </cx:title>
    <cx:plotArea>
      <cx:plotAreaRegion>
        <cx:series layoutId="clusteredColumn" uniqueId="{EF5084B0-87D8-4D93-93F3-C10E9022BB7A}">
          <cx:tx>
            <cx:txData>
              <cx:f>'leave edited'!$F$1</cx:f>
              <cx:v>Width (mm)</cx:v>
            </cx:txData>
          </cx:tx>
          <cx:dataLabels/>
          <cx:dataId val="0"/>
          <cx:layoutPr>
            <cx:binning intervalClosed="r" underflow="0" overflow="45">
              <cx:binCount val="30"/>
            </cx:binning>
          </cx:layoutPr>
        </cx:series>
      </cx:plotAreaRegion>
      <cx:axis id="0">
        <cx:catScaling gapWidth="0"/>
        <cx:tickLabels/>
        <cx:numFmt formatCode="#,##0.0" sourceLinked="0"/>
      </cx:axis>
      <cx:axis id="1">
        <cx:valScaling/>
        <cx:majorGridlines/>
        <cx:tickLabels/>
      </cx:axis>
    </cx:plotArea>
  </cx:chart>
</cx:chartSpace>
</file>

<file path=ppt/charts/chartEx17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numDim type="val">
        <cx:f>'leave edited'!$G$2:$G$738</cx:f>
        <cx:lvl ptCount="737" formatCode="General">
          <cx:pt idx="0">2.427</cx:pt>
          <cx:pt idx="1">2.2090000000000001</cx:pt>
          <cx:pt idx="2">2.2069999999999999</cx:pt>
          <cx:pt idx="3">3.2229999999999999</cx:pt>
          <cx:pt idx="4">2.1800000000000002</cx:pt>
          <cx:pt idx="5">2.1459999999999999</cx:pt>
          <cx:pt idx="6">2.3809999999999998</cx:pt>
          <cx:pt idx="7">1.4630000000000001</cx:pt>
          <cx:pt idx="8">2.2069999999999999</cx:pt>
          <cx:pt idx="9">1.9259999999999999</cx:pt>
          <cx:pt idx="10">2.347</cx:pt>
          <cx:pt idx="11">1.9259999999999999</cx:pt>
          <cx:pt idx="12">5.25</cx:pt>
          <cx:pt idx="13">2.3050000000000002</cx:pt>
          <cx:pt idx="14">2.6080000000000001</cx:pt>
          <cx:pt idx="15">2.024</cx:pt>
          <cx:pt idx="16">4.2409999999999997</cx:pt>
          <cx:pt idx="17">2.3530000000000002</cx:pt>
          <cx:pt idx="18">3.5419999999999998</cx:pt>
          <cx:pt idx="19">2.9079999999999999</cx:pt>
          <cx:pt idx="20">2.5129999999999999</cx:pt>
          <cx:pt idx="21">3.5070000000000001</cx:pt>
          <cx:pt idx="22">1.889</cx:pt>
          <cx:pt idx="23">3.7490000000000001</cx:pt>
          <cx:pt idx="24">1.923</cx:pt>
          <cx:pt idx="25">1.869</cx:pt>
          <cx:pt idx="26">2.0760000000000001</cx:pt>
          <cx:pt idx="27">2.5289999999999999</cx:pt>
          <cx:pt idx="28">2.3370000000000002</cx:pt>
          <cx:pt idx="29">3.4119999999999999</cx:pt>
          <cx:pt idx="30">2.5920000000000001</cx:pt>
          <cx:pt idx="31">2.2759999999999998</cx:pt>
          <cx:pt idx="32">3.0230000000000001</cx:pt>
          <cx:pt idx="33">3.1139999999999999</cx:pt>
          <cx:pt idx="34">3.048</cx:pt>
          <cx:pt idx="35">3.1659999999999999</cx:pt>
          <cx:pt idx="36">4.774</cx:pt>
          <cx:pt idx="37">3.29</cx:pt>
          <cx:pt idx="38">4.1920000000000002</cx:pt>
          <cx:pt idx="39">5.5540000000000003</cx:pt>
          <cx:pt idx="40">2.7360000000000002</cx:pt>
          <cx:pt idx="41">3.851</cx:pt>
          <cx:pt idx="42">2.4399999999999999</cx:pt>
          <cx:pt idx="43">4</cx:pt>
          <cx:pt idx="44">2.698</cx:pt>
          <cx:pt idx="45">3.9180000000000001</cx:pt>
          <cx:pt idx="46">2.9649999999999999</cx:pt>
          <cx:pt idx="47">2.0169999999999999</cx:pt>
          <cx:pt idx="48">3.1099999999999999</cx:pt>
          <cx:pt idx="49">3.512</cx:pt>
          <cx:pt idx="50">2.3039999999999998</cx:pt>
          <cx:pt idx="51">3.1659999999999999</cx:pt>
          <cx:pt idx="52">3.254</cx:pt>
          <cx:pt idx="53">2.3940000000000001</cx:pt>
          <cx:pt idx="54">3.8100000000000001</cx:pt>
          <cx:pt idx="55">2.3149999999999999</cx:pt>
          <cx:pt idx="56">3.7989999999999999</cx:pt>
          <cx:pt idx="57">2.3199999999999998</cx:pt>
          <cx:pt idx="58">3.3220000000000001</cx:pt>
          <cx:pt idx="59">3.327</cx:pt>
          <cx:pt idx="60">2.181</cx:pt>
          <cx:pt idx="61">2.8969999999999998</cx:pt>
          <cx:pt idx="62">3.6030000000000002</cx:pt>
          <cx:pt idx="63">3.6539999999999999</cx:pt>
          <cx:pt idx="64">2.0699999999999998</cx:pt>
          <cx:pt idx="65">3.0409999999999999</cx:pt>
          <cx:pt idx="66">2.5289999999999999</cx:pt>
          <cx:pt idx="67">2.452</cx:pt>
          <cx:pt idx="68">3.302</cx:pt>
          <cx:pt idx="69">3.2629999999999999</cx:pt>
          <cx:pt idx="70">3.2480000000000002</cx:pt>
          <cx:pt idx="71">2.5739999999999998</cx:pt>
          <cx:pt idx="72">3.5779999999999998</cx:pt>
          <cx:pt idx="73">2.915</cx:pt>
          <cx:pt idx="74">3.3279999999999998</cx:pt>
          <cx:pt idx="75">2.7519999999999998</cx:pt>
          <cx:pt idx="76">3.5049999999999999</cx:pt>
          <cx:pt idx="77">4.758</cx:pt>
          <cx:pt idx="78">3.7490000000000001</cx:pt>
          <cx:pt idx="79">2.234</cx:pt>
          <cx:pt idx="80">2.6680000000000001</cx:pt>
          <cx:pt idx="81">2.8290000000000002</cx:pt>
          <cx:pt idx="82">4.5179999999999998</cx:pt>
          <cx:pt idx="83">3.4100000000000001</cx:pt>
          <cx:pt idx="84">2.4969999999999999</cx:pt>
          <cx:pt idx="85">3.8799999999999999</cx:pt>
          <cx:pt idx="86">3.4119999999999999</cx:pt>
          <cx:pt idx="87">3.7210000000000001</cx:pt>
          <cx:pt idx="88">4.1970000000000001</cx:pt>
          <cx:pt idx="89">3.375</cx:pt>
          <cx:pt idx="90">3.476</cx:pt>
          <cx:pt idx="91">3.343</cx:pt>
          <cx:pt idx="92">4.7350000000000003</cx:pt>
          <cx:pt idx="93">3.5150000000000001</cx:pt>
          <cx:pt idx="94">2.8940000000000001</cx:pt>
          <cx:pt idx="95">3.0179999999999998</cx:pt>
          <cx:pt idx="96">3.3439999999999999</cx:pt>
          <cx:pt idx="97">3.9630000000000001</cx:pt>
          <cx:pt idx="98">4.048</cx:pt>
          <cx:pt idx="99">2.9529999999999998</cx:pt>
          <cx:pt idx="100">3.0030000000000001</cx:pt>
          <cx:pt idx="101">4.7069999999999999</cx:pt>
          <cx:pt idx="102">3.4510000000000001</cx:pt>
          <cx:pt idx="103">5.4800000000000004</cx:pt>
          <cx:pt idx="104">4.077</cx:pt>
          <cx:pt idx="105">3.528</cx:pt>
          <cx:pt idx="106">5.1609999999999996</cx:pt>
          <cx:pt idx="107">3.2130000000000001</cx:pt>
          <cx:pt idx="108">3.1120000000000001</cx:pt>
          <cx:pt idx="109">3.863</cx:pt>
          <cx:pt idx="110">4.5279999999999996</cx:pt>
          <cx:pt idx="111">3.6930000000000001</cx:pt>
          <cx:pt idx="112">2.7599999999999998</cx:pt>
          <cx:pt idx="113">4.1509999999999998</cx:pt>
          <cx:pt idx="114">5.1299999999999999</cx:pt>
          <cx:pt idx="115">3.0720000000000001</cx:pt>
          <cx:pt idx="116">3.3900000000000001</cx:pt>
          <cx:pt idx="117">3.8330000000000002</cx:pt>
          <cx:pt idx="118">4.9089999999999998</cx:pt>
          <cx:pt idx="119">3.3559999999999999</cx:pt>
          <cx:pt idx="120">3.593</cx:pt>
          <cx:pt idx="121">3.7050000000000001</cx:pt>
          <cx:pt idx="122">4.4710000000000001</cx:pt>
          <cx:pt idx="123">3.6240000000000001</cx:pt>
          <cx:pt idx="124">3.4399999999999999</cx:pt>
          <cx:pt idx="125">4.0039999999999996</cx:pt>
          <cx:pt idx="126">3.2639999999999998</cx:pt>
          <cx:pt idx="127">2.9790000000000001</cx:pt>
          <cx:pt idx="128">3.302</cx:pt>
          <cx:pt idx="129">3.2330000000000001</cx:pt>
          <cx:pt idx="130">3.448</cx:pt>
          <cx:pt idx="131">4.0129999999999999</cx:pt>
          <cx:pt idx="132">7.9130000000000003</cx:pt>
          <cx:pt idx="133">2.5529999999999999</cx:pt>
          <cx:pt idx="134">3.9590000000000001</cx:pt>
          <cx:pt idx="135">3.665</cx:pt>
          <cx:pt idx="136">3.3039999999999998</cx:pt>
          <cx:pt idx="137">3.6459999999999999</cx:pt>
          <cx:pt idx="138">2.8210000000000002</cx:pt>
          <cx:pt idx="139">4.4989999999999997</cx:pt>
          <cx:pt idx="140">3.3580000000000001</cx:pt>
          <cx:pt idx="141">3.1909999999999998</cx:pt>
          <cx:pt idx="142">3.855</cx:pt>
          <cx:pt idx="143">3.649</cx:pt>
          <cx:pt idx="144">3.5379999999999998</cx:pt>
          <cx:pt idx="145">4.657</cx:pt>
          <cx:pt idx="146">5.673</cx:pt>
          <cx:pt idx="147">4.1299999999999999</cx:pt>
          <cx:pt idx="148">3.488</cx:pt>
          <cx:pt idx="149">5.1420000000000003</cx:pt>
          <cx:pt idx="150">2.7120000000000002</cx:pt>
          <cx:pt idx="151">3.1539999999999999</cx:pt>
          <cx:pt idx="152">3.4089999999999998</cx:pt>
          <cx:pt idx="153">3.6459999999999999</cx:pt>
          <cx:pt idx="154">3.161</cx:pt>
          <cx:pt idx="155">3.7200000000000002</cx:pt>
          <cx:pt idx="156">4.4960000000000004</cx:pt>
          <cx:pt idx="157">3.581</cx:pt>
          <cx:pt idx="158">6.3650000000000002</cx:pt>
          <cx:pt idx="159">3.3479999999999999</cx:pt>
          <cx:pt idx="160">4.1829999999999998</cx:pt>
          <cx:pt idx="161">3.113</cx:pt>
          <cx:pt idx="162">3.0030000000000001</cx:pt>
          <cx:pt idx="163">3.3999999999999999</cx:pt>
          <cx:pt idx="164">3.6160000000000001</cx:pt>
          <cx:pt idx="165">4.3129999999999997</cx:pt>
          <cx:pt idx="166">4.2140000000000004</cx:pt>
          <cx:pt idx="167">3.4399999999999999</cx:pt>
          <cx:pt idx="168">3.6709999999999998</cx:pt>
          <cx:pt idx="169">3.399</cx:pt>
          <cx:pt idx="170">5.7080000000000002</cx:pt>
          <cx:pt idx="171">3.903</cx:pt>
          <cx:pt idx="172">4.2830000000000004</cx:pt>
          <cx:pt idx="173">2.77</cx:pt>
          <cx:pt idx="174">3.528</cx:pt>
          <cx:pt idx="175">3.2090000000000001</cx:pt>
          <cx:pt idx="176">4.242</cx:pt>
          <cx:pt idx="177">3.214</cx:pt>
          <cx:pt idx="178">3.0419999999999998</cx:pt>
          <cx:pt idx="179">3.3769999999999998</cx:pt>
          <cx:pt idx="180">4.726</cx:pt>
          <cx:pt idx="181">4.9809999999999999</cx:pt>
          <cx:pt idx="182">3.4830000000000001</cx:pt>
          <cx:pt idx="183">5.29</cx:pt>
          <cx:pt idx="184">6.3360000000000003</cx:pt>
          <cx:pt idx="185">4.3689999999999998</cx:pt>
          <cx:pt idx="186">3.9220000000000002</cx:pt>
          <cx:pt idx="187">5.3620000000000001</cx:pt>
          <cx:pt idx="188">3.8929999999999998</cx:pt>
          <cx:pt idx="189">2.887</cx:pt>
          <cx:pt idx="190">6.1950000000000003</cx:pt>
          <cx:pt idx="191">3.1680000000000001</cx:pt>
          <cx:pt idx="192">3.3490000000000002</cx:pt>
          <cx:pt idx="193">3.129</cx:pt>
          <cx:pt idx="194">4.0579999999999998</cx:pt>
          <cx:pt idx="195">2.8460000000000001</cx:pt>
          <cx:pt idx="196">3.4809999999999999</cx:pt>
          <cx:pt idx="197">4.4539999999999997</cx:pt>
          <cx:pt idx="198">2.8039999999999998</cx:pt>
          <cx:pt idx="199">2.5249999999999999</cx:pt>
          <cx:pt idx="200">5.0620000000000003</cx:pt>
          <cx:pt idx="201">3.8849999999999998</cx:pt>
          <cx:pt idx="202">4.056</cx:pt>
          <cx:pt idx="203">3.5510000000000002</cx:pt>
          <cx:pt idx="204">3.5609999999999999</cx:pt>
          <cx:pt idx="205">4.6239999999999997</cx:pt>
          <cx:pt idx="206">4.3920000000000003</cx:pt>
          <cx:pt idx="207">4.3470000000000004</cx:pt>
          <cx:pt idx="208">4.3070000000000004</cx:pt>
          <cx:pt idx="209">4.6440000000000001</cx:pt>
          <cx:pt idx="210">5.5700000000000003</cx:pt>
          <cx:pt idx="211">3.6190000000000002</cx:pt>
          <cx:pt idx="212">3.3100000000000001</cx:pt>
          <cx:pt idx="213">4.2789999999999999</cx:pt>
          <cx:pt idx="214">3.7400000000000002</cx:pt>
          <cx:pt idx="215">4.569</cx:pt>
          <cx:pt idx="216">4.0579999999999998</cx:pt>
          <cx:pt idx="217">3.8940000000000001</cx:pt>
          <cx:pt idx="218">4.5510000000000002</cx:pt>
          <cx:pt idx="219">3.9300000000000002</cx:pt>
          <cx:pt idx="220">6.9969999999999999</cx:pt>
          <cx:pt idx="221">3.7890000000000001</cx:pt>
          <cx:pt idx="222">3.6360000000000001</cx:pt>
          <cx:pt idx="223">3.1739999999999999</cx:pt>
          <cx:pt idx="224">3.629</cx:pt>
          <cx:pt idx="225">3.3660000000000001</cx:pt>
          <cx:pt idx="226">3.1539999999999999</cx:pt>
          <cx:pt idx="227">5.4260000000000002</cx:pt>
          <cx:pt idx="228">6.7439999999999998</cx:pt>
          <cx:pt idx="229">4.6340000000000003</cx:pt>
          <cx:pt idx="230">3.3660000000000001</cx:pt>
          <cx:pt idx="231">3.4470000000000001</cx:pt>
          <cx:pt idx="232">4.383</cx:pt>
          <cx:pt idx="233">3.5230000000000001</cx:pt>
          <cx:pt idx="234">3.2869999999999999</cx:pt>
          <cx:pt idx="235">4.7750000000000004</cx:pt>
          <cx:pt idx="236">4.2679999999999998</cx:pt>
          <cx:pt idx="237">3.073</cx:pt>
          <cx:pt idx="238">6.3070000000000004</cx:pt>
          <cx:pt idx="239">3.1989999999999998</cx:pt>
          <cx:pt idx="240">3.1640000000000001</cx:pt>
          <cx:pt idx="241">4.3330000000000002</cx:pt>
          <cx:pt idx="242">4.3570000000000002</cx:pt>
          <cx:pt idx="243">3.645</cx:pt>
          <cx:pt idx="244">3.742</cx:pt>
          <cx:pt idx="245">3.899</cx:pt>
          <cx:pt idx="246">4.5789999999999997</cx:pt>
          <cx:pt idx="247">4.0940000000000003</cx:pt>
          <cx:pt idx="248">3.1909999999999998</cx:pt>
          <cx:pt idx="249">2.9119999999999999</cx:pt>
          <cx:pt idx="250">3.3610000000000002</cx:pt>
          <cx:pt idx="251">3.359</cx:pt>
          <cx:pt idx="252">6.0570000000000004</cx:pt>
          <cx:pt idx="253">4.2290000000000001</cx:pt>
          <cx:pt idx="254">3.5579999999999998</cx:pt>
          <cx:pt idx="255">4.9619999999999997</cx:pt>
          <cx:pt idx="256">3.8260000000000001</cx:pt>
          <cx:pt idx="257">4.1669999999999998</cx:pt>
          <cx:pt idx="258">3.4910000000000001</cx:pt>
          <cx:pt idx="259">4.2190000000000003</cx:pt>
          <cx:pt idx="260">4.1360000000000001</cx:pt>
          <cx:pt idx="261">3.9350000000000001</cx:pt>
          <cx:pt idx="262">4.016</cx:pt>
          <cx:pt idx="263">4.75</cx:pt>
          <cx:pt idx="264">4.1970000000000001</cx:pt>
          <cx:pt idx="265">3.4079999999999999</cx:pt>
          <cx:pt idx="266">3.0840000000000001</cx:pt>
          <cx:pt idx="267">6.1619999999999999</cx:pt>
          <cx:pt idx="268">5.1479999999999997</cx:pt>
          <cx:pt idx="269">3.6949999999999998</cx:pt>
          <cx:pt idx="270">4.1619999999999999</cx:pt>
          <cx:pt idx="271">3.1739999999999999</cx:pt>
          <cx:pt idx="272">3.6240000000000001</cx:pt>
          <cx:pt idx="273">3.29</cx:pt>
          <cx:pt idx="274">4.1920000000000002</cx:pt>
          <cx:pt idx="275">4.2359999999999998</cx:pt>
          <cx:pt idx="276">5.0579999999999998</cx:pt>
          <cx:pt idx="277">4.9930000000000003</cx:pt>
          <cx:pt idx="278">4.6639999999999997</cx:pt>
          <cx:pt idx="279">4.5759999999999996</cx:pt>
          <cx:pt idx="280">3.5070000000000001</cx:pt>
          <cx:pt idx="281">4.3289999999999997</cx:pt>
          <cx:pt idx="282">4.2169999999999996</cx:pt>
          <cx:pt idx="283">6.5170000000000003</cx:pt>
          <cx:pt idx="284">4.5590000000000002</cx:pt>
          <cx:pt idx="285">4.6669999999999998</cx:pt>
          <cx:pt idx="286">6.3559999999999999</cx:pt>
          <cx:pt idx="287">4.5590000000000002</cx:pt>
          <cx:pt idx="288">2.9060000000000001</cx:pt>
          <cx:pt idx="289">4.7149999999999999</cx:pt>
          <cx:pt idx="290">4.6630000000000003</cx:pt>
          <cx:pt idx="291">4.1260000000000003</cx:pt>
          <cx:pt idx="292">4.5119999999999996</cx:pt>
          <cx:pt idx="293">3.3050000000000002</cx:pt>
          <cx:pt idx="294">5.093</cx:pt>
          <cx:pt idx="295">3.4260000000000002</cx:pt>
          <cx:pt idx="296">3.302</cx:pt>
          <cx:pt idx="297">4.2249999999999996</cx:pt>
          <cx:pt idx="298">4.6609999999999996</cx:pt>
          <cx:pt idx="299">6.2149999999999999</cx:pt>
          <cx:pt idx="300">3.8149999999999999</cx:pt>
          <cx:pt idx="301">5.1520000000000001</cx:pt>
          <cx:pt idx="302">4.6719999999999997</cx:pt>
          <cx:pt idx="303">4.1120000000000001</cx:pt>
          <cx:pt idx="304">1.958</cx:pt>
          <cx:pt idx="305">7.0960000000000001</cx:pt>
          <cx:pt idx="306">5.6550000000000002</cx:pt>
          <cx:pt idx="307">3.415</cx:pt>
          <cx:pt idx="308">5.3170000000000002</cx:pt>
          <cx:pt idx="309">4.4470000000000001</cx:pt>
          <cx:pt idx="310">4.3109999999999999</cx:pt>
          <cx:pt idx="311">3.6699999999999999</cx:pt>
          <cx:pt idx="312">5.298</cx:pt>
          <cx:pt idx="313">5.3150000000000004</cx:pt>
          <cx:pt idx="314">5.859</cx:pt>
          <cx:pt idx="315">4.1070000000000002</cx:pt>
          <cx:pt idx="316">6.3410000000000002</cx:pt>
          <cx:pt idx="317">4.5679999999999996</cx:pt>
          <cx:pt idx="318">4.8899999999999997</cx:pt>
          <cx:pt idx="319">4.3470000000000004</cx:pt>
          <cx:pt idx="320">3.4350000000000001</cx:pt>
          <cx:pt idx="321">3.8079999999999998</cx:pt>
          <cx:pt idx="322">5.766</cx:pt>
          <cx:pt idx="323">3.3279999999999998</cx:pt>
          <cx:pt idx="324">6.1660000000000004</cx:pt>
          <cx:pt idx="325">4.3300000000000001</cx:pt>
          <cx:pt idx="326">3.8980000000000001</cx:pt>
          <cx:pt idx="327">3.6579999999999999</cx:pt>
          <cx:pt idx="328">4.0389999999999997</cx:pt>
          <cx:pt idx="329">4.2960000000000003</cx:pt>
          <cx:pt idx="330">4.7949999999999999</cx:pt>
          <cx:pt idx="331">4.9699999999999998</cx:pt>
          <cx:pt idx="332">4.6100000000000003</cx:pt>
          <cx:pt idx="333">6.3559999999999999</cx:pt>
          <cx:pt idx="334">4.1310000000000002</cx:pt>
          <cx:pt idx="335">3.7029999999999998</cx:pt>
          <cx:pt idx="336">4.0289999999999999</cx:pt>
          <cx:pt idx="337">5.2060000000000004</cx:pt>
          <cx:pt idx="338">4.048</cx:pt>
          <cx:pt idx="339">4.9530000000000003</cx:pt>
          <cx:pt idx="340">5.3949999999999996</cx:pt>
          <cx:pt idx="341">4.5609999999999999</cx:pt>
          <cx:pt idx="342">3.722</cx:pt>
          <cx:pt idx="343">4.2990000000000004</cx:pt>
          <cx:pt idx="344">4.4640000000000004</cx:pt>
          <cx:pt idx="345">4.2089999999999996</cx:pt>
          <cx:pt idx="346">3.726</cx:pt>
          <cx:pt idx="347">4.6150000000000002</cx:pt>
          <cx:pt idx="348">4.8650000000000002</cx:pt>
          <cx:pt idx="349">4.5119999999999996</cx:pt>
          <cx:pt idx="350">5.234</cx:pt>
          <cx:pt idx="351">5.2629999999999999</cx:pt>
          <cx:pt idx="352">5.359</cx:pt>
          <cx:pt idx="353">5.2480000000000002</cx:pt>
          <cx:pt idx="354">3.9199999999999999</cx:pt>
          <cx:pt idx="355">4.0940000000000003</cx:pt>
          <cx:pt idx="356">4.8330000000000002</cx:pt>
          <cx:pt idx="357">4.7140000000000004</cx:pt>
          <cx:pt idx="358">6.9800000000000004</cx:pt>
          <cx:pt idx="359">3.6629999999999998</cx:pt>
          <cx:pt idx="360">6.3959999999999999</cx:pt>
          <cx:pt idx="361">3.9300000000000002</cx:pt>
          <cx:pt idx="362">5.931</cx:pt>
          <cx:pt idx="363">6.0599999999999996</cx:pt>
          <cx:pt idx="364">5.8680000000000003</cx:pt>
          <cx:pt idx="365">4.585</cx:pt>
          <cx:pt idx="366">3.7919999999999998</cx:pt>
          <cx:pt idx="367">6.6150000000000002</cx:pt>
          <cx:pt idx="368">4.4160000000000004</cx:pt>
          <cx:pt idx="369">4.0469999999999997</cx:pt>
          <cx:pt idx="370">7.3090000000000002</cx:pt>
          <cx:pt idx="371">5.9459999999999997</cx:pt>
          <cx:pt idx="372">3.6120000000000001</cx:pt>
          <cx:pt idx="373">3.6869999999999998</cx:pt>
          <cx:pt idx="374">4.8460000000000001</cx:pt>
          <cx:pt idx="375">6.0620000000000003</cx:pt>
          <cx:pt idx="376">5.1360000000000001</cx:pt>
          <cx:pt idx="377">4.6189999999999998</cx:pt>
          <cx:pt idx="378">2.8079999999999998</cx:pt>
          <cx:pt idx="379">4.4859999999999998</cx:pt>
          <cx:pt idx="380">4.2949999999999999</cx:pt>
          <cx:pt idx="381">6.0670000000000002</cx:pt>
          <cx:pt idx="382">11.077999999999999</cx:pt>
          <cx:pt idx="383">4.1749999999999998</cx:pt>
          <cx:pt idx="384">4.0060000000000002</cx:pt>
          <cx:pt idx="385">4.6970000000000001</cx:pt>
          <cx:pt idx="386">7.0090000000000003</cx:pt>
          <cx:pt idx="387">4.1420000000000003</cx:pt>
          <cx:pt idx="388">3.7519999999999998</cx:pt>
          <cx:pt idx="389">4.6749999999999998</cx:pt>
          <cx:pt idx="390">5.2679999999999998</cx:pt>
          <cx:pt idx="391">4.9420000000000002</cx:pt>
          <cx:pt idx="392">4.8949999999999996</cx:pt>
          <cx:pt idx="393">4.1479999999999997</cx:pt>
          <cx:pt idx="394">4.7279999999999998</cx:pt>
          <cx:pt idx="395">3.3370000000000002</cx:pt>
          <cx:pt idx="396">4.3490000000000002</cx:pt>
          <cx:pt idx="397">2.4769999999999999</cx:pt>
          <cx:pt idx="398">4.4560000000000004</cx:pt>
          <cx:pt idx="399">4.8730000000000002</cx:pt>
          <cx:pt idx="400">3.7759999999999998</cx:pt>
          <cx:pt idx="401">4.4459999999999997</cx:pt>
          <cx:pt idx="402">2.4990000000000001</cx:pt>
          <cx:pt idx="403">4.2960000000000003</cx:pt>
          <cx:pt idx="404">4.2229999999999999</cx:pt>
          <cx:pt idx="405">3.9239999999999999</cx:pt>
          <cx:pt idx="406">5.5179999999999998</cx:pt>
          <cx:pt idx="407">4.1980000000000004</cx:pt>
          <cx:pt idx="408">3.9870000000000001</cx:pt>
          <cx:pt idx="409">4.7450000000000001</cx:pt>
          <cx:pt idx="410">4.1840000000000002</cx:pt>
          <cx:pt idx="411">4.0419999999999998</cx:pt>
          <cx:pt idx="412">3.4249999999999998</cx:pt>
          <cx:pt idx="413">4.5830000000000002</cx:pt>
          <cx:pt idx="414">4.5529999999999999</cx:pt>
          <cx:pt idx="415">4.327</cx:pt>
          <cx:pt idx="416">4.6689999999999996</cx:pt>
          <cx:pt idx="417">3.8759999999999999</cx:pt>
          <cx:pt idx="418">8.5820000000000007</cx:pt>
          <cx:pt idx="419">5.415</cx:pt>
          <cx:pt idx="420">5.1900000000000004</cx:pt>
          <cx:pt idx="421">5.7489999999999997</cx:pt>
          <cx:pt idx="422">5.7830000000000004</cx:pt>
          <cx:pt idx="423">10.214</cx:pt>
          <cx:pt idx="424">4.6189999999999998</cx:pt>
          <cx:pt idx="425">5.0039999999999996</cx:pt>
          <cx:pt idx="426">5.6909999999999998</cx:pt>
          <cx:pt idx="427">4.0670000000000002</cx:pt>
          <cx:pt idx="428">4.7699999999999996</cx:pt>
          <cx:pt idx="429">5.7850000000000001</cx:pt>
          <cx:pt idx="430">4.8559999999999999</cx:pt>
          <cx:pt idx="431">5.5359999999999996</cx:pt>
          <cx:pt idx="432">14.465</cx:pt>
          <cx:pt idx="433">3.9729999999999999</cx:pt>
          <cx:pt idx="434">5.2649999999999997</cx:pt>
          <cx:pt idx="435">4.6230000000000002</cx:pt>
          <cx:pt idx="436">5.2409999999999997</cx:pt>
          <cx:pt idx="437">5.2720000000000002</cx:pt>
          <cx:pt idx="438">5.8410000000000002</cx:pt>
          <cx:pt idx="439">4.4400000000000004</cx:pt>
          <cx:pt idx="440">4.2990000000000004</cx:pt>
          <cx:pt idx="441">4.2670000000000003</cx:pt>
          <cx:pt idx="442">11.717000000000001</cx:pt>
          <cx:pt idx="443">5.7370000000000001</cx:pt>
          <cx:pt idx="444">4.9320000000000004</cx:pt>
          <cx:pt idx="445">11.303000000000001</cx:pt>
          <cx:pt idx="446">4.0549999999999997</cx:pt>
          <cx:pt idx="447">6.2329999999999997</cx:pt>
          <cx:pt idx="448">5.0439999999999996</cx:pt>
          <cx:pt idx="449">3.7679999999999998</cx:pt>
          <cx:pt idx="450">5.609</cx:pt>
          <cx:pt idx="451">5.1100000000000003</cx:pt>
          <cx:pt idx="452">3.4929999999999999</cx:pt>
          <cx:pt idx="453">6.3719999999999999</cx:pt>
          <cx:pt idx="454">5.7329999999999997</cx:pt>
          <cx:pt idx="455">4.2869999999999999</cx:pt>
          <cx:pt idx="456">7.444</cx:pt>
          <cx:pt idx="457">4.3319999999999999</cx:pt>
          <cx:pt idx="458">5.3330000000000002</cx:pt>
          <cx:pt idx="459">6.8019999999999996</cx:pt>
          <cx:pt idx="460">4.9809999999999999</cx:pt>
          <cx:pt idx="461">4.1230000000000002</cx:pt>
          <cx:pt idx="462">5.4930000000000003</cx:pt>
          <cx:pt idx="463">5.2000000000000002</cx:pt>
          <cx:pt idx="464">6.742</cx:pt>
          <cx:pt idx="465">5.242</cx:pt>
          <cx:pt idx="466">4.0439999999999996</cx:pt>
          <cx:pt idx="467">6.2409999999999997</cx:pt>
          <cx:pt idx="468">5.0439999999999996</cx:pt>
          <cx:pt idx="469">4.9619999999999997</cx:pt>
          <cx:pt idx="470">5.8410000000000002</cx:pt>
          <cx:pt idx="471">4.1310000000000002</cx:pt>
          <cx:pt idx="472">7.1660000000000004</cx:pt>
          <cx:pt idx="473">6.4000000000000004</cx:pt>
          <cx:pt idx="474">5.2640000000000002</cx:pt>
          <cx:pt idx="475">5.5010000000000003</cx:pt>
          <cx:pt idx="476">5.952</cx:pt>
          <cx:pt idx="477">4.2910000000000004</cx:pt>
          <cx:pt idx="478">3.4300000000000002</cx:pt>
          <cx:pt idx="479">5.0709999999999997</cx:pt>
          <cx:pt idx="480">4.1769999999999996</cx:pt>
          <cx:pt idx="481">4.173</cx:pt>
          <cx:pt idx="482">4.7939999999999996</cx:pt>
          <cx:pt idx="483">5.8609999999999998</cx:pt>
          <cx:pt idx="484">4.6399999999999997</cx:pt>
          <cx:pt idx="485">5.7960000000000003</cx:pt>
          <cx:pt idx="486">9.8399999999999999</cx:pt>
          <cx:pt idx="487">2.8940000000000001</cx:pt>
          <cx:pt idx="488">4.9169999999999998</cx:pt>
          <cx:pt idx="489">5.5330000000000004</cx:pt>
          <cx:pt idx="490">6.577</cx:pt>
          <cx:pt idx="491">9.5869999999999997</cx:pt>
          <cx:pt idx="492">5.3209999999999997</cx:pt>
          <cx:pt idx="493">6.0869999999999997</cx:pt>
          <cx:pt idx="494">5.0449999999999999</cx:pt>
          <cx:pt idx="495">5.1109999999999998</cx:pt>
          <cx:pt idx="496">7.0439999999999996</cx:pt>
          <cx:pt idx="497">3.6619999999999999</cx:pt>
          <cx:pt idx="498">5.6260000000000003</cx:pt>
          <cx:pt idx="499">9.1470000000000002</cx:pt>
          <cx:pt idx="500">7.6420000000000003</cx:pt>
          <cx:pt idx="501">4.7690000000000001</cx:pt>
          <cx:pt idx="502">9.157</cx:pt>
          <cx:pt idx="503">6.194</cx:pt>
          <cx:pt idx="504">5.1440000000000001</cx:pt>
          <cx:pt idx="505">6.8959999999999999</cx:pt>
          <cx:pt idx="506">5.5700000000000003</cx:pt>
          <cx:pt idx="507">6.6520000000000001</cx:pt>
          <cx:pt idx="508">5.3220000000000001</cx:pt>
          <cx:pt idx="509">6.9530000000000003</cx:pt>
          <cx:pt idx="510">6.0099999999999998</cx:pt>
          <cx:pt idx="511">4.593</cx:pt>
          <cx:pt idx="512">5.3970000000000002</cx:pt>
          <cx:pt idx="513">4.7990000000000004</cx:pt>
          <cx:pt idx="514">11.147</cx:pt>
          <cx:pt idx="515">6.3700000000000001</cx:pt>
          <cx:pt idx="516">4.6680000000000001</cx:pt>
          <cx:pt idx="517">5.0179999999999998</cx:pt>
          <cx:pt idx="518">6.2380000000000004</cx:pt>
          <cx:pt idx="519">6.0019999999999998</cx:pt>
          <cx:pt idx="520">4.335</cx:pt>
          <cx:pt idx="521">7.984</cx:pt>
          <cx:pt idx="522">7.1849999999999996</cx:pt>
          <cx:pt idx="523">10.872999999999999</cx:pt>
          <cx:pt idx="524">5.2939999999999996</cx:pt>
          <cx:pt idx="525">5.9589999999999996</cx:pt>
          <cx:pt idx="526">7.806</cx:pt>
          <cx:pt idx="527">7.5170000000000003</cx:pt>
          <cx:pt idx="528">13.282999999999999</cx:pt>
          <cx:pt idx="529">14.929</cx:pt>
          <cx:pt idx="530">6.3760000000000003</cx:pt>
          <cx:pt idx="531">9.5890000000000004</cx:pt>
          <cx:pt idx="532">7.5419999999999998</cx:pt>
          <cx:pt idx="533">4.5419999999999998</cx:pt>
          <cx:pt idx="534">6.2569999999999997</cx:pt>
          <cx:pt idx="535">6.1340000000000003</cx:pt>
          <cx:pt idx="536">6.7160000000000002</cx:pt>
          <cx:pt idx="537">5.2110000000000003</cx:pt>
          <cx:pt idx="538">6.016</cx:pt>
          <cx:pt idx="539">11.33</cx:pt>
          <cx:pt idx="540">4.0140000000000002</cx:pt>
          <cx:pt idx="541">9.5449999999999999</cx:pt>
          <cx:pt idx="542">3.8570000000000002</cx:pt>
          <cx:pt idx="543">5.5579999999999998</cx:pt>
          <cx:pt idx="544">5.5990000000000002</cx:pt>
          <cx:pt idx="545">10.640000000000001</cx:pt>
          <cx:pt idx="546">6.9299999999999997</cx:pt>
          <cx:pt idx="547">7.4820000000000002</cx:pt>
          <cx:pt idx="548">5.4880000000000004</cx:pt>
          <cx:pt idx="549">7.9299999999999997</cx:pt>
          <cx:pt idx="550">6.6070000000000002</cx:pt>
          <cx:pt idx="551">6.7279999999999998</cx:pt>
          <cx:pt idx="552">6.1639999999999997</cx:pt>
          <cx:pt idx="553">6.7460000000000004</cx:pt>
          <cx:pt idx="554">4.8300000000000001</cx:pt>
          <cx:pt idx="555">11.295</cx:pt>
          <cx:pt idx="556">7.774</cx:pt>
          <cx:pt idx="557">5.2750000000000004</cx:pt>
          <cx:pt idx="558">7.0129999999999999</cx:pt>
          <cx:pt idx="559">7.8360000000000003</cx:pt>
          <cx:pt idx="560">5.2610000000000001</cx:pt>
          <cx:pt idx="561">7.6529999999999996</cx:pt>
          <cx:pt idx="562">6.5919999999999996</cx:pt>
          <cx:pt idx="563">6.5789999999999997</cx:pt>
          <cx:pt idx="564">22.311</cx:pt>
          <cx:pt idx="565">4.6559999999999997</cx:pt>
          <cx:pt idx="566">4.1260000000000003</cx:pt>
          <cx:pt idx="567">6.8940000000000001</cx:pt>
          <cx:pt idx="568">6.6760000000000002</cx:pt>
          <cx:pt idx="569">10.257999999999999</cx:pt>
          <cx:pt idx="570">6.3789999999999996</cx:pt>
          <cx:pt idx="571">7.1820000000000004</cx:pt>
          <cx:pt idx="572">6.3010000000000002</cx:pt>
          <cx:pt idx="573">6.6639999999999997</cx:pt>
          <cx:pt idx="574">9.1419999999999995</cx:pt>
          <cx:pt idx="575">6.4000000000000004</cx:pt>
          <cx:pt idx="576">9.6129999999999995</cx:pt>
          <cx:pt idx="577">10.795999999999999</cx:pt>
          <cx:pt idx="578">6.9409999999999998</cx:pt>
          <cx:pt idx="579">5.6619999999999999</cx:pt>
          <cx:pt idx="580">8.2669999999999995</cx:pt>
          <cx:pt idx="581">15.432</cx:pt>
          <cx:pt idx="582">4.4489999999999998</cx:pt>
          <cx:pt idx="583">8.4250000000000007</cx:pt>
          <cx:pt idx="584">7.032</cx:pt>
          <cx:pt idx="585">5.3230000000000004</cx:pt>
          <cx:pt idx="586">5.5330000000000004</cx:pt>
          <cx:pt idx="587">7.3470000000000004</cx:pt>
          <cx:pt idx="588">4.9669999999999996</cx:pt>
          <cx:pt idx="589">7.399</cx:pt>
          <cx:pt idx="590">7.4210000000000003</cx:pt>
          <cx:pt idx="591">4.2759999999999998</cx:pt>
          <cx:pt idx="592">12.183</cx:pt>
          <cx:pt idx="593">6.1280000000000001</cx:pt>
          <cx:pt idx="594">8.2919999999999998</cx:pt>
          <cx:pt idx="595">13.374000000000001</cx:pt>
          <cx:pt idx="596">12.842000000000001</cx:pt>
          <cx:pt idx="597">12.566000000000001</cx:pt>
          <cx:pt idx="598">6.8170000000000002</cx:pt>
          <cx:pt idx="599">7.6749999999999998</cx:pt>
          <cx:pt idx="600">6.6120000000000001</cx:pt>
          <cx:pt idx="601">10.759</cx:pt>
          <cx:pt idx="602">6.3330000000000002</cx:pt>
          <cx:pt idx="603">10.336</cx:pt>
          <cx:pt idx="604">7.4720000000000004</cx:pt>
          <cx:pt idx="605">5.5990000000000002</cx:pt>
          <cx:pt idx="606">8.3979999999999997</cx:pt>
          <cx:pt idx="607">13.189</cx:pt>
          <cx:pt idx="608">6.0220000000000002</cx:pt>
          <cx:pt idx="609">8.0660000000000007</cx:pt>
          <cx:pt idx="610">7.0720000000000001</cx:pt>
          <cx:pt idx="611">7.0810000000000004</cx:pt>
          <cx:pt idx="612">7.2679999999999998</cx:pt>
          <cx:pt idx="613">7.851</cx:pt>
          <cx:pt idx="614">12.173999999999999</cx:pt>
          <cx:pt idx="615">7.4160000000000004</cx:pt>
          <cx:pt idx="616">8.0069999999999997</cx:pt>
          <cx:pt idx="617">8.0730000000000004</cx:pt>
          <cx:pt idx="618">7.6070000000000002</cx:pt>
          <cx:pt idx="619">6.0090000000000003</cx:pt>
          <cx:pt idx="620">6.1050000000000004</cx:pt>
          <cx:pt idx="621">9.0259999999999998</cx:pt>
          <cx:pt idx="622">7.0250000000000004</cx:pt>
          <cx:pt idx="623">11.726000000000001</cx:pt>
          <cx:pt idx="624">5.6159999999999997</cx:pt>
          <cx:pt idx="625">9.2159999999999993</cx:pt>
          <cx:pt idx="626">8.9849999999999994</cx:pt>
          <cx:pt idx="627">10.906000000000001</cx:pt>
          <cx:pt idx="628">10.625999999999999</cx:pt>
          <cx:pt idx="629">5.8239999999999998</cx:pt>
          <cx:pt idx="630">8.7479999999999993</cx:pt>
          <cx:pt idx="631">9.6039999999999992</cx:pt>
          <cx:pt idx="632">20.666</cx:pt>
          <cx:pt idx="633">6.9580000000000002</cx:pt>
          <cx:pt idx="634">7.3040000000000003</cx:pt>
          <cx:pt idx="635">7.6520000000000001</cx:pt>
          <cx:pt idx="636">6.3399999999999999</cx:pt>
          <cx:pt idx="637">15.43</cx:pt>
          <cx:pt idx="638">7.7720000000000002</cx:pt>
          <cx:pt idx="639">10.853999999999999</cx:pt>
          <cx:pt idx="640">8.6579999999999995</cx:pt>
          <cx:pt idx="641">8.423</cx:pt>
          <cx:pt idx="642">6.351</cx:pt>
          <cx:pt idx="643">9.4179999999999993</cx:pt>
          <cx:pt idx="644">6.75</cx:pt>
          <cx:pt idx="645">6.8449999999999998</cx:pt>
          <cx:pt idx="646">5.3140000000000001</cx:pt>
          <cx:pt idx="647">6.931</cx:pt>
          <cx:pt idx="648">7.9199999999999999</cx:pt>
          <cx:pt idx="649">12.18</cx:pt>
          <cx:pt idx="650">9.5969999999999995</cx:pt>
          <cx:pt idx="651">10.699999999999999</cx:pt>
          <cx:pt idx="652">8.1609999999999996</cx:pt>
          <cx:pt idx="653">11.303000000000001</cx:pt>
          <cx:pt idx="654">11.956</cx:pt>
          <cx:pt idx="655">5.3780000000000001</cx:pt>
          <cx:pt idx="656">8.7720000000000002</cx:pt>
          <cx:pt idx="657">7.3949999999999996</cx:pt>
          <cx:pt idx="658">10.178000000000001</cx:pt>
          <cx:pt idx="659">9.9969999999999999</cx:pt>
          <cx:pt idx="660">25.582999999999998</cx:pt>
          <cx:pt idx="661">8.673</cx:pt>
          <cx:pt idx="662">8.734</cx:pt>
          <cx:pt idx="663">8.9550000000000001</cx:pt>
          <cx:pt idx="664">6.6200000000000001</cx:pt>
          <cx:pt idx="665">17.009</cx:pt>
          <cx:pt idx="666">22.565999999999999</cx:pt>
          <cx:pt idx="667">8.5229999999999997</cx:pt>
          <cx:pt idx="668">7.2210000000000001</cx:pt>
          <cx:pt idx="669">8.173</cx:pt>
          <cx:pt idx="670">21.486999999999998</cx:pt>
          <cx:pt idx="671">9.3599999999999994</cx:pt>
          <cx:pt idx="672">9.6820000000000004</cx:pt>
          <cx:pt idx="673">9.0129999999999999</cx:pt>
          <cx:pt idx="674">18.414999999999999</cx:pt>
          <cx:pt idx="675">10.291</cx:pt>
          <cx:pt idx="676">9.0850000000000009</cx:pt>
          <cx:pt idx="677">10.707000000000001</cx:pt>
          <cx:pt idx="678">12.071999999999999</cx:pt>
          <cx:pt idx="679">13.858000000000001</cx:pt>
          <cx:pt idx="680">19.408000000000001</cx:pt>
          <cx:pt idx="681">12.734</cx:pt>
          <cx:pt idx="682">8.8930000000000007</cx:pt>
          <cx:pt idx="683">11.163</cx:pt>
          <cx:pt idx="684">16.091999999999999</cx:pt>
          <cx:pt idx="685">8.9559999999999995</cx:pt>
          <cx:pt idx="686">10.111000000000001</cx:pt>
          <cx:pt idx="687">8.016</cx:pt>
          <cx:pt idx="688">11.662000000000001</cx:pt>
          <cx:pt idx="689">6.7969999999999997</cx:pt>
          <cx:pt idx="690">10.021000000000001</cx:pt>
          <cx:pt idx="691">7.5620000000000003</cx:pt>
          <cx:pt idx="692">17.672999999999998</cx:pt>
          <cx:pt idx="693">8.9160000000000004</cx:pt>
          <cx:pt idx="694">14.795999999999999</cx:pt>
          <cx:pt idx="695">10.702</cx:pt>
          <cx:pt idx="696">3.7509999999999999</cx:pt>
          <cx:pt idx="697">8.8900000000000006</cx:pt>
          <cx:pt idx="698">12.349</cx:pt>
          <cx:pt idx="699">10.058</cx:pt>
          <cx:pt idx="700">9.9000000000000004</cx:pt>
          <cx:pt idx="701">12.231</cx:pt>
          <cx:pt idx="702">8.6579999999999995</cx:pt>
          <cx:pt idx="703">11.141</cx:pt>
          <cx:pt idx="704">10.023</cx:pt>
          <cx:pt idx="705">9.4190000000000005</cx:pt>
          <cx:pt idx="706">11.489000000000001</cx:pt>
          <cx:pt idx="707">10.305999999999999</cx:pt>
          <cx:pt idx="708">10.428000000000001</cx:pt>
          <cx:pt idx="709">14.593</cx:pt>
          <cx:pt idx="710">9.6579999999999995</cx:pt>
          <cx:pt idx="711">10.59</cx:pt>
          <cx:pt idx="712">11.98</cx:pt>
          <cx:pt idx="713">7.3399999999999999</cx:pt>
          <cx:pt idx="714">16.855</cx:pt>
          <cx:pt idx="715">12.446999999999999</cx:pt>
          <cx:pt idx="716">10.202999999999999</cx:pt>
          <cx:pt idx="717">15.342000000000001</cx:pt>
          <cx:pt idx="718">16.07</cx:pt>
          <cx:pt idx="719">15.771000000000001</cx:pt>
          <cx:pt idx="720">18.074999999999999</cx:pt>
          <cx:pt idx="721">28.058</cx:pt>
          <cx:pt idx="722">20.279</cx:pt>
          <cx:pt idx="723">14.398</cx:pt>
          <cx:pt idx="724">23.832000000000001</cx:pt>
          <cx:pt idx="725">34.868000000000002</cx:pt>
          <cx:pt idx="726">24.494</cx:pt>
          <cx:pt idx="727">20.428000000000001</cx:pt>
          <cx:pt idx="728">20.837</cx:pt>
          <cx:pt idx="729">44.351999999999997</cx:pt>
          <cx:pt idx="730">14.403</cx:pt>
          <cx:pt idx="731">14.49</cx:pt>
          <cx:pt idx="732">15.722</cx:pt>
          <cx:pt idx="733">18.402000000000001</cx:pt>
          <cx:pt idx="734">27.417999999999999</cx:pt>
          <cx:pt idx="735">28.594999999999999</cx:pt>
          <cx:pt idx="736">8.0380000000000003</cx:pt>
        </cx:lvl>
      </cx:numDim>
    </cx:data>
  </cx:chartData>
  <cx:chart>
    <cx:title pos="t" align="ctr" overlay="0">
      <cx:tx>
        <cx:txData>
          <cx:v>Height</cx:v>
        </cx:txData>
      </cx:tx>
      <cx:txPr>
        <a:bodyPr spcFirstLastPara="1" vertOverflow="ellipsis" horzOverflow="overflow" wrap="square" lIns="0" tIns="0" rIns="0" bIns="0" anchor="ctr" anchorCtr="1"/>
        <a:lstStyle/>
        <a:p>
          <a:pPr algn="ctr" rtl="0">
            <a:defRPr/>
          </a:pPr>
          <a:r>
            <a:rPr lang="en-US" sz="1400" b="0" i="0" u="none" strike="noStrike" baseline="0">
              <a:solidFill>
                <a:sysClr val="windowText" lastClr="000000">
                  <a:lumMod val="65000"/>
                  <a:lumOff val="35000"/>
                </a:sysClr>
              </a:solidFill>
              <a:latin typeface="Aptos Narrow" panose="02110004020202020204"/>
            </a:rPr>
            <a:t>Height</a:t>
          </a:r>
        </a:p>
      </cx:txPr>
    </cx:title>
    <cx:plotArea>
      <cx:plotAreaRegion>
        <cx:series layoutId="clusteredColumn" uniqueId="{3CCBE0D4-7178-4159-B80D-C3BA56046D8D}">
          <cx:tx>
            <cx:txData>
              <cx:f>'leave edited'!$G$1</cx:f>
              <cx:v>Height (mm)</cx:v>
            </cx:txData>
          </cx:tx>
          <cx:dataLabels/>
          <cx:dataId val="0"/>
          <cx:layoutPr>
            <cx:binning intervalClosed="r" underflow="0" overflow="20">
              <cx:binCount val="30"/>
            </cx:binning>
          </cx:layoutPr>
        </cx:series>
      </cx:plotAreaRegion>
      <cx:axis id="0">
        <cx:catScaling gapWidth="0"/>
        <cx:tickLabels/>
        <cx:numFmt formatCode="#,##0.0" sourceLinked="0"/>
      </cx:axis>
      <cx:axis id="1">
        <cx:valScaling/>
        <cx:majorGridlines/>
        <cx:tickLabels/>
      </cx:axis>
    </cx:plotArea>
  </cx:chart>
</cx:chartSpace>
</file>

<file path=ppt/charts/chartEx18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numDim type="val">
        <cx:f>'leave edited'!$H$2:$H$738</cx:f>
        <cx:lvl ptCount="737" formatCode="General">
          <cx:pt idx="0">0.002</cx:pt>
          <cx:pt idx="1">0.0040000000000000001</cx:pt>
          <cx:pt idx="2">0.0040000000000000001</cx:pt>
          <cx:pt idx="3">0.0040000000000000001</cx:pt>
          <cx:pt idx="4">0.0040000000000000001</cx:pt>
          <cx:pt idx="5">0.0050000000000000001</cx:pt>
          <cx:pt idx="6">0.0050000000000000001</cx:pt>
          <cx:pt idx="7">0.0060000000000000001</cx:pt>
          <cx:pt idx="8">0.0060000000000000001</cx:pt>
          <cx:pt idx="9">0.0060000000000000001</cx:pt>
          <cx:pt idx="10">0.0060000000000000001</cx:pt>
          <cx:pt idx="11">0.0060000000000000001</cx:pt>
          <cx:pt idx="12">0.0060000000000000001</cx:pt>
          <cx:pt idx="13">0.0070000000000000001</cx:pt>
          <cx:pt idx="14">0.0070000000000000001</cx:pt>
          <cx:pt idx="15">0.0070000000000000001</cx:pt>
          <cx:pt idx="16">0.0070000000000000001</cx:pt>
          <cx:pt idx="17">0.0080000000000000002</cx:pt>
          <cx:pt idx="18">0.0080000000000000002</cx:pt>
          <cx:pt idx="19">0.0080000000000000002</cx:pt>
          <cx:pt idx="20">0.0080000000000000002</cx:pt>
          <cx:pt idx="21">0.0080000000000000002</cx:pt>
          <cx:pt idx="22">0.0080000000000000002</cx:pt>
          <cx:pt idx="23">0.0080000000000000002</cx:pt>
          <cx:pt idx="24">0.0080000000000000002</cx:pt>
          <cx:pt idx="25">0.0089999999999999993</cx:pt>
          <cx:pt idx="26">0.0089999999999999993</cx:pt>
          <cx:pt idx="27">0.0089999999999999993</cx:pt>
          <cx:pt idx="28">0.0089999999999999993</cx:pt>
          <cx:pt idx="29">0.0089999999999999993</cx:pt>
          <cx:pt idx="30">0.0089999999999999993</cx:pt>
          <cx:pt idx="31">0.01</cx:pt>
          <cx:pt idx="32">0.01</cx:pt>
          <cx:pt idx="33">0.01</cx:pt>
          <cx:pt idx="34">0.01</cx:pt>
          <cx:pt idx="35">0.01</cx:pt>
          <cx:pt idx="36">0.01</cx:pt>
          <cx:pt idx="37">0.01</cx:pt>
          <cx:pt idx="38">0.01</cx:pt>
          <cx:pt idx="39">0.010999999999999999</cx:pt>
          <cx:pt idx="40">0.010999999999999999</cx:pt>
          <cx:pt idx="41">0.010999999999999999</cx:pt>
          <cx:pt idx="42">0.010999999999999999</cx:pt>
          <cx:pt idx="43">0.010999999999999999</cx:pt>
          <cx:pt idx="44">0.010999999999999999</cx:pt>
          <cx:pt idx="45">0.010999999999999999</cx:pt>
          <cx:pt idx="46">0.012</cx:pt>
          <cx:pt idx="47">0.012</cx:pt>
          <cx:pt idx="48">0.012</cx:pt>
          <cx:pt idx="49">0.012</cx:pt>
          <cx:pt idx="50">0.012</cx:pt>
          <cx:pt idx="51">0.012</cx:pt>
          <cx:pt idx="52">0.012</cx:pt>
          <cx:pt idx="53">0.012999999999999999</cx:pt>
          <cx:pt idx="54">0.012999999999999999</cx:pt>
          <cx:pt idx="55">0.012999999999999999</cx:pt>
          <cx:pt idx="56">0.012999999999999999</cx:pt>
          <cx:pt idx="57">0.012999999999999999</cx:pt>
          <cx:pt idx="58">0.012999999999999999</cx:pt>
          <cx:pt idx="59">0.012999999999999999</cx:pt>
          <cx:pt idx="60">0.012999999999999999</cx:pt>
          <cx:pt idx="61">0.012999999999999999</cx:pt>
          <cx:pt idx="62">0.012999999999999999</cx:pt>
          <cx:pt idx="63">0.012999999999999999</cx:pt>
          <cx:pt idx="64">0.014</cx:pt>
          <cx:pt idx="65">0.014</cx:pt>
          <cx:pt idx="66">0.014</cx:pt>
          <cx:pt idx="67">0.014</cx:pt>
          <cx:pt idx="68">0.014</cx:pt>
          <cx:pt idx="69">0.014</cx:pt>
          <cx:pt idx="70">0.014</cx:pt>
          <cx:pt idx="71">0.014</cx:pt>
          <cx:pt idx="72">0.014</cx:pt>
          <cx:pt idx="73">0.014</cx:pt>
          <cx:pt idx="74">0.014</cx:pt>
          <cx:pt idx="75">0.014</cx:pt>
          <cx:pt idx="76">0.014</cx:pt>
          <cx:pt idx="77">0.014</cx:pt>
          <cx:pt idx="78">0.014999999999999999</cx:pt>
          <cx:pt idx="79">0.014999999999999999</cx:pt>
          <cx:pt idx="80">0.014999999999999999</cx:pt>
          <cx:pt idx="81">0.014999999999999999</cx:pt>
          <cx:pt idx="82">0.014999999999999999</cx:pt>
          <cx:pt idx="83">0.014999999999999999</cx:pt>
          <cx:pt idx="84">0.014999999999999999</cx:pt>
          <cx:pt idx="85">0.014999999999999999</cx:pt>
          <cx:pt idx="86">0.014999999999999999</cx:pt>
          <cx:pt idx="87">0.014999999999999999</cx:pt>
          <cx:pt idx="88">0.014999999999999999</cx:pt>
          <cx:pt idx="89">0.014999999999999999</cx:pt>
          <cx:pt idx="90">0.016</cx:pt>
          <cx:pt idx="91">0.016</cx:pt>
          <cx:pt idx="92">0.016</cx:pt>
          <cx:pt idx="93">0.016</cx:pt>
          <cx:pt idx="94">0.016</cx:pt>
          <cx:pt idx="95">0.016</cx:pt>
          <cx:pt idx="96">0.016</cx:pt>
          <cx:pt idx="97">0.016</cx:pt>
          <cx:pt idx="98">0.016</cx:pt>
          <cx:pt idx="99">0.017000000000000001</cx:pt>
          <cx:pt idx="100">0.017000000000000001</cx:pt>
          <cx:pt idx="101">0.017000000000000001</cx:pt>
          <cx:pt idx="102">0.017000000000000001</cx:pt>
          <cx:pt idx="103">0.017000000000000001</cx:pt>
          <cx:pt idx="104">0.017000000000000001</cx:pt>
          <cx:pt idx="105">0.017000000000000001</cx:pt>
          <cx:pt idx="106">0.017000000000000001</cx:pt>
          <cx:pt idx="107">0.017000000000000001</cx:pt>
          <cx:pt idx="108">0.017000000000000001</cx:pt>
          <cx:pt idx="109">0.017000000000000001</cx:pt>
          <cx:pt idx="110">0.017000000000000001</cx:pt>
          <cx:pt idx="111">0.017000000000000001</cx:pt>
          <cx:pt idx="112">0.017999999999999999</cx:pt>
          <cx:pt idx="113">0.017999999999999999</cx:pt>
          <cx:pt idx="114">0.017999999999999999</cx:pt>
          <cx:pt idx="115">0.017999999999999999</cx:pt>
          <cx:pt idx="116">0.017999999999999999</cx:pt>
          <cx:pt idx="117">0.017999999999999999</cx:pt>
          <cx:pt idx="118">0.017999999999999999</cx:pt>
          <cx:pt idx="119">0.017999999999999999</cx:pt>
          <cx:pt idx="120">0.017999999999999999</cx:pt>
          <cx:pt idx="121">0.017999999999999999</cx:pt>
          <cx:pt idx="122">0.019</cx:pt>
          <cx:pt idx="123">0.019</cx:pt>
          <cx:pt idx="124">0.019</cx:pt>
          <cx:pt idx="125">0.019</cx:pt>
          <cx:pt idx="126">0.019</cx:pt>
          <cx:pt idx="127">0.019</cx:pt>
          <cx:pt idx="128">0.019</cx:pt>
          <cx:pt idx="129">0.019</cx:pt>
          <cx:pt idx="130">0.019</cx:pt>
          <cx:pt idx="131">0.019</cx:pt>
          <cx:pt idx="132">0.019</cx:pt>
          <cx:pt idx="133">0.02</cx:pt>
          <cx:pt idx="134">0.02</cx:pt>
          <cx:pt idx="135">0.02</cx:pt>
          <cx:pt idx="136">0.02</cx:pt>
          <cx:pt idx="137">0.02</cx:pt>
          <cx:pt idx="138">0.02</cx:pt>
          <cx:pt idx="139">0.02</cx:pt>
          <cx:pt idx="140">0.02</cx:pt>
          <cx:pt idx="141">0.02</cx:pt>
          <cx:pt idx="142">0.02</cx:pt>
          <cx:pt idx="143">0.02</cx:pt>
          <cx:pt idx="144">0.021000000000000001</cx:pt>
          <cx:pt idx="145">0.021000000000000001</cx:pt>
          <cx:pt idx="146">0.021000000000000001</cx:pt>
          <cx:pt idx="147">0.021000000000000001</cx:pt>
          <cx:pt idx="148">0.021000000000000001</cx:pt>
          <cx:pt idx="149">0.021000000000000001</cx:pt>
          <cx:pt idx="150">0.021000000000000001</cx:pt>
          <cx:pt idx="151">0.021000000000000001</cx:pt>
          <cx:pt idx="152">0.021000000000000001</cx:pt>
          <cx:pt idx="153">0.021000000000000001</cx:pt>
          <cx:pt idx="154">0.021000000000000001</cx:pt>
          <cx:pt idx="155">0.021999999999999999</cx:pt>
          <cx:pt idx="156">0.021999999999999999</cx:pt>
          <cx:pt idx="157">0.021999999999999999</cx:pt>
          <cx:pt idx="158">0.021999999999999999</cx:pt>
          <cx:pt idx="159">0.021999999999999999</cx:pt>
          <cx:pt idx="160">0.021999999999999999</cx:pt>
          <cx:pt idx="161">0.023</cx:pt>
          <cx:pt idx="162">0.023</cx:pt>
          <cx:pt idx="163">0.023</cx:pt>
          <cx:pt idx="164">0.023</cx:pt>
          <cx:pt idx="165">0.023</cx:pt>
          <cx:pt idx="166">0.023</cx:pt>
          <cx:pt idx="167">0.023</cx:pt>
          <cx:pt idx="168">0.023</cx:pt>
          <cx:pt idx="169">0.023</cx:pt>
          <cx:pt idx="170">0.023</cx:pt>
          <cx:pt idx="171">0.024</cx:pt>
          <cx:pt idx="172">0.024</cx:pt>
          <cx:pt idx="173">0.024</cx:pt>
          <cx:pt idx="174">0.024</cx:pt>
          <cx:pt idx="175">0.024</cx:pt>
          <cx:pt idx="176">0.024</cx:pt>
          <cx:pt idx="177">0.024</cx:pt>
          <cx:pt idx="178">0.024</cx:pt>
          <cx:pt idx="179">0.024</cx:pt>
          <cx:pt idx="180">0.025000000000000001</cx:pt>
          <cx:pt idx="181">0.025000000000000001</cx:pt>
          <cx:pt idx="182">0.025000000000000001</cx:pt>
          <cx:pt idx="183">0.025000000000000001</cx:pt>
          <cx:pt idx="184">0.025000000000000001</cx:pt>
          <cx:pt idx="185">0.025000000000000001</cx:pt>
          <cx:pt idx="186">0.025000000000000001</cx:pt>
          <cx:pt idx="187">0.025000000000000001</cx:pt>
          <cx:pt idx="188">0.025999999999999999</cx:pt>
          <cx:pt idx="189">0.025999999999999999</cx:pt>
          <cx:pt idx="190">0.025999999999999999</cx:pt>
          <cx:pt idx="191">0.025999999999999999</cx:pt>
          <cx:pt idx="192">0.025999999999999999</cx:pt>
          <cx:pt idx="193">0.025999999999999999</cx:pt>
          <cx:pt idx="194">0.025999999999999999</cx:pt>
          <cx:pt idx="195">0.025999999999999999</cx:pt>
          <cx:pt idx="196">0.025999999999999999</cx:pt>
          <cx:pt idx="197">0.025999999999999999</cx:pt>
          <cx:pt idx="198">0.025999999999999999</cx:pt>
          <cx:pt idx="199">0.027</cx:pt>
          <cx:pt idx="200">0.027</cx:pt>
          <cx:pt idx="201">0.027</cx:pt>
          <cx:pt idx="202">0.027</cx:pt>
          <cx:pt idx="203">0.027</cx:pt>
          <cx:pt idx="204">0.027</cx:pt>
          <cx:pt idx="205">0.027</cx:pt>
          <cx:pt idx="206">0.027</cx:pt>
          <cx:pt idx="207">0.027</cx:pt>
          <cx:pt idx="208">0.027</cx:pt>
          <cx:pt idx="209">0.027</cx:pt>
          <cx:pt idx="210">0.028000000000000001</cx:pt>
          <cx:pt idx="211">0.028000000000000001</cx:pt>
          <cx:pt idx="212">0.028000000000000001</cx:pt>
          <cx:pt idx="213">0.028000000000000001</cx:pt>
          <cx:pt idx="214">0.028000000000000001</cx:pt>
          <cx:pt idx="215">0.028000000000000001</cx:pt>
          <cx:pt idx="216">0.028000000000000001</cx:pt>
          <cx:pt idx="217">0.028000000000000001</cx:pt>
          <cx:pt idx="218">0.028000000000000001</cx:pt>
          <cx:pt idx="219">0.028000000000000001</cx:pt>
          <cx:pt idx="220">0.028000000000000001</cx:pt>
          <cx:pt idx="221">0.029000000000000001</cx:pt>
          <cx:pt idx="222">0.029000000000000001</cx:pt>
          <cx:pt idx="223">0.029000000000000001</cx:pt>
          <cx:pt idx="224">0.029000000000000001</cx:pt>
          <cx:pt idx="225">0.029000000000000001</cx:pt>
          <cx:pt idx="226">0.029000000000000001</cx:pt>
          <cx:pt idx="227">0.029000000000000001</cx:pt>
          <cx:pt idx="228">0.029000000000000001</cx:pt>
          <cx:pt idx="229">0.029999999999999999</cx:pt>
          <cx:pt idx="230">0.029999999999999999</cx:pt>
          <cx:pt idx="231">0.029999999999999999</cx:pt>
          <cx:pt idx="232">0.029999999999999999</cx:pt>
          <cx:pt idx="233">0.029999999999999999</cx:pt>
          <cx:pt idx="234">0.029999999999999999</cx:pt>
          <cx:pt idx="235">0.029999999999999999</cx:pt>
          <cx:pt idx="236">0.029999999999999999</cx:pt>
          <cx:pt idx="237">0.031</cx:pt>
          <cx:pt idx="238">0.031</cx:pt>
          <cx:pt idx="239">0.031</cx:pt>
          <cx:pt idx="240">0.031</cx:pt>
          <cx:pt idx="241">0.031</cx:pt>
          <cx:pt idx="242">0.031</cx:pt>
          <cx:pt idx="243">0.031</cx:pt>
          <cx:pt idx="244">0.031</cx:pt>
          <cx:pt idx="245">0.032000000000000001</cx:pt>
          <cx:pt idx="246">0.032000000000000001</cx:pt>
          <cx:pt idx="247">0.032000000000000001</cx:pt>
          <cx:pt idx="248">0.032000000000000001</cx:pt>
          <cx:pt idx="249">0.032000000000000001</cx:pt>
          <cx:pt idx="250">0.032000000000000001</cx:pt>
          <cx:pt idx="251">0.032000000000000001</cx:pt>
          <cx:pt idx="252">0.032000000000000001</cx:pt>
          <cx:pt idx="253">0.032000000000000001</cx:pt>
          <cx:pt idx="254">0.032000000000000001</cx:pt>
          <cx:pt idx="255">0.032000000000000001</cx:pt>
          <cx:pt idx="256">0.033000000000000002</cx:pt>
          <cx:pt idx="257">0.033000000000000002</cx:pt>
          <cx:pt idx="258">0.033000000000000002</cx:pt>
          <cx:pt idx="259">0.033000000000000002</cx:pt>
          <cx:pt idx="260">0.033000000000000002</cx:pt>
          <cx:pt idx="261">0.033000000000000002</cx:pt>
          <cx:pt idx="262">0.034000000000000002</cx:pt>
          <cx:pt idx="263">0.034000000000000002</cx:pt>
          <cx:pt idx="264">0.034000000000000002</cx:pt>
          <cx:pt idx="265">0.034000000000000002</cx:pt>
          <cx:pt idx="266">0.034000000000000002</cx:pt>
          <cx:pt idx="267">0.034000000000000002</cx:pt>
          <cx:pt idx="268">0.034000000000000002</cx:pt>
          <cx:pt idx="269">0.034000000000000002</cx:pt>
          <cx:pt idx="270">0.034000000000000002</cx:pt>
          <cx:pt idx="271">0.035000000000000003</cx:pt>
          <cx:pt idx="272">0.035000000000000003</cx:pt>
          <cx:pt idx="273">0.035000000000000003</cx:pt>
          <cx:pt idx="274">0.035000000000000003</cx:pt>
          <cx:pt idx="275">0.035000000000000003</cx:pt>
          <cx:pt idx="276">0.035000000000000003</cx:pt>
          <cx:pt idx="277">0.035000000000000003</cx:pt>
          <cx:pt idx="278">0.035000000000000003</cx:pt>
          <cx:pt idx="279">0.035999999999999997</cx:pt>
          <cx:pt idx="280">0.035999999999999997</cx:pt>
          <cx:pt idx="281">0.035999999999999997</cx:pt>
          <cx:pt idx="282">0.035999999999999997</cx:pt>
          <cx:pt idx="283">0.035999999999999997</cx:pt>
          <cx:pt idx="284">0.035999999999999997</cx:pt>
          <cx:pt idx="285">0.035999999999999997</cx:pt>
          <cx:pt idx="286">0.035999999999999997</cx:pt>
          <cx:pt idx="287">0.035999999999999997</cx:pt>
          <cx:pt idx="288">0.036999999999999998</cx:pt>
          <cx:pt idx="289">0.036999999999999998</cx:pt>
          <cx:pt idx="290">0.036999999999999998</cx:pt>
          <cx:pt idx="291">0.036999999999999998</cx:pt>
          <cx:pt idx="292">0.036999999999999998</cx:pt>
          <cx:pt idx="293">0.036999999999999998</cx:pt>
          <cx:pt idx="294">0.036999999999999998</cx:pt>
          <cx:pt idx="295">0.036999999999999998</cx:pt>
          <cx:pt idx="296">0.037999999999999999</cx:pt>
          <cx:pt idx="297">0.037999999999999999</cx:pt>
          <cx:pt idx="298">0.037999999999999999</cx:pt>
          <cx:pt idx="299">0.037999999999999999</cx:pt>
          <cx:pt idx="300">0.037999999999999999</cx:pt>
          <cx:pt idx="301">0.039</cx:pt>
          <cx:pt idx="302">0.039</cx:pt>
          <cx:pt idx="303">0.039</cx:pt>
          <cx:pt idx="304">0.040000000000000001</cx:pt>
          <cx:pt idx="305">0.040000000000000001</cx:pt>
          <cx:pt idx="306">0.040000000000000001</cx:pt>
          <cx:pt idx="307">0.040000000000000001</cx:pt>
          <cx:pt idx="308">0.040000000000000001</cx:pt>
          <cx:pt idx="309">0.040000000000000001</cx:pt>
          <cx:pt idx="310">0.040000000000000001</cx:pt>
          <cx:pt idx="311">0.040000000000000001</cx:pt>
          <cx:pt idx="312">0.040000000000000001</cx:pt>
          <cx:pt idx="313">0.040000000000000001</cx:pt>
          <cx:pt idx="314">0.041000000000000002</cx:pt>
          <cx:pt idx="315">0.041000000000000002</cx:pt>
          <cx:pt idx="316">0.041000000000000002</cx:pt>
          <cx:pt idx="317">0.041000000000000002</cx:pt>
          <cx:pt idx="318">0.041000000000000002</cx:pt>
          <cx:pt idx="319">0.041000000000000002</cx:pt>
          <cx:pt idx="320">0.041000000000000002</cx:pt>
          <cx:pt idx="321">0.041000000000000002</cx:pt>
          <cx:pt idx="322">0.041000000000000002</cx:pt>
          <cx:pt idx="323">0.041000000000000002</cx:pt>
          <cx:pt idx="324">0.041000000000000002</cx:pt>
          <cx:pt idx="325">0.042000000000000003</cx:pt>
          <cx:pt idx="326">0.042000000000000003</cx:pt>
          <cx:pt idx="327">0.042000000000000003</cx:pt>
          <cx:pt idx="328">0.042000000000000003</cx:pt>
          <cx:pt idx="329">0.042000000000000003</cx:pt>
          <cx:pt idx="330">0.042000000000000003</cx:pt>
          <cx:pt idx="331">0.042999999999999997</cx:pt>
          <cx:pt idx="332">0.042999999999999997</cx:pt>
          <cx:pt idx="333">0.042999999999999997</cx:pt>
          <cx:pt idx="334">0.042999999999999997</cx:pt>
          <cx:pt idx="335">0.042999999999999997</cx:pt>
          <cx:pt idx="336">0.042999999999999997</cx:pt>
          <cx:pt idx="337">0.042999999999999997</cx:pt>
          <cx:pt idx="338">0.042999999999999997</cx:pt>
          <cx:pt idx="339">0.042999999999999997</cx:pt>
          <cx:pt idx="340">0.042999999999999997</cx:pt>
          <cx:pt idx="341">0.042999999999999997</cx:pt>
          <cx:pt idx="342">0.043999999999999997</cx:pt>
          <cx:pt idx="343">0.043999999999999997</cx:pt>
          <cx:pt idx="344">0.043999999999999997</cx:pt>
          <cx:pt idx="345">0.043999999999999997</cx:pt>
          <cx:pt idx="346">0.043999999999999997</cx:pt>
          <cx:pt idx="347">0.044999999999999998</cx:pt>
          <cx:pt idx="348">0.044999999999999998</cx:pt>
          <cx:pt idx="349">0.044999999999999998</cx:pt>
          <cx:pt idx="350">0.044999999999999998</cx:pt>
          <cx:pt idx="351">0.044999999999999998</cx:pt>
          <cx:pt idx="352">0.044999999999999998</cx:pt>
          <cx:pt idx="353">0.045999999999999999</cx:pt>
          <cx:pt idx="354">0.045999999999999999</cx:pt>
          <cx:pt idx="355">0.045999999999999999</cx:pt>
          <cx:pt idx="356">0.045999999999999999</cx:pt>
          <cx:pt idx="357">0.045999999999999999</cx:pt>
          <cx:pt idx="358">0.045999999999999999</cx:pt>
          <cx:pt idx="359">0.045999999999999999</cx:pt>
          <cx:pt idx="360">0.047</cx:pt>
          <cx:pt idx="361">0.047</cx:pt>
          <cx:pt idx="362">0.047</cx:pt>
          <cx:pt idx="363">0.047</cx:pt>
          <cx:pt idx="364">0.047</cx:pt>
          <cx:pt idx="365">0.048000000000000001</cx:pt>
          <cx:pt idx="366">0.048000000000000001</cx:pt>
          <cx:pt idx="367">0.049000000000000002</cx:pt>
          <cx:pt idx="368">0.049000000000000002</cx:pt>
          <cx:pt idx="369">0.049000000000000002</cx:pt>
          <cx:pt idx="370">0.049000000000000002</cx:pt>
          <cx:pt idx="371">0.050000000000000003</cx:pt>
          <cx:pt idx="372">0.050000000000000003</cx:pt>
          <cx:pt idx="373">0.050000000000000003</cx:pt>
          <cx:pt idx="374">0.050000000000000003</cx:pt>
          <cx:pt idx="375">0.050000000000000003</cx:pt>
          <cx:pt idx="376">0.050000000000000003</cx:pt>
          <cx:pt idx="377">0.050999999999999997</cx:pt>
          <cx:pt idx="378">0.050999999999999997</cx:pt>
          <cx:pt idx="379">0.050999999999999997</cx:pt>
          <cx:pt idx="380">0.050999999999999997</cx:pt>
          <cx:pt idx="381">0.050999999999999997</cx:pt>
          <cx:pt idx="382">0.050999999999999997</cx:pt>
          <cx:pt idx="383">0.051999999999999998</cx:pt>
          <cx:pt idx="384">0.051999999999999998</cx:pt>
          <cx:pt idx="385">0.051999999999999998</cx:pt>
          <cx:pt idx="386">0.051999999999999998</cx:pt>
          <cx:pt idx="387">0.051999999999999998</cx:pt>
          <cx:pt idx="388">0.051999999999999998</cx:pt>
          <cx:pt idx="389">0.052999999999999999</cx:pt>
          <cx:pt idx="390">0.052999999999999999</cx:pt>
          <cx:pt idx="391">0.052999999999999999</cx:pt>
          <cx:pt idx="392">0.052999999999999999</cx:pt>
          <cx:pt idx="393">0.052999999999999999</cx:pt>
          <cx:pt idx="394">0.053999999999999999</cx:pt>
          <cx:pt idx="395">0.053999999999999999</cx:pt>
          <cx:pt idx="396">0.053999999999999999</cx:pt>
          <cx:pt idx="397">0.055</cx:pt>
          <cx:pt idx="398">0.055</cx:pt>
          <cx:pt idx="399">0.055</cx:pt>
          <cx:pt idx="400">0.055</cx:pt>
          <cx:pt idx="401">0.055</cx:pt>
          <cx:pt idx="402">0.056000000000000001</cx:pt>
          <cx:pt idx="403">0.056000000000000001</cx:pt>
          <cx:pt idx="404">0.056000000000000001</cx:pt>
          <cx:pt idx="405">0.056000000000000001</cx:pt>
          <cx:pt idx="406">0.056000000000000001</cx:pt>
          <cx:pt idx="407">0.057000000000000002</cx:pt>
          <cx:pt idx="408">0.057000000000000002</cx:pt>
          <cx:pt idx="409">0.057000000000000002</cx:pt>
          <cx:pt idx="410">0.057000000000000002</cx:pt>
          <cx:pt idx="411">0.057000000000000002</cx:pt>
          <cx:pt idx="412">0.058000000000000003</cx:pt>
          <cx:pt idx="413">0.058000000000000003</cx:pt>
          <cx:pt idx="414">0.058000000000000003</cx:pt>
          <cx:pt idx="415">0.058999999999999997</cx:pt>
          <cx:pt idx="416">0.058999999999999997</cx:pt>
          <cx:pt idx="417">0.059999999999999998</cx:pt>
          <cx:pt idx="418">0.059999999999999998</cx:pt>
          <cx:pt idx="419">0.059999999999999998</cx:pt>
          <cx:pt idx="420">0.060999999999999999</cx:pt>
          <cx:pt idx="421">0.060999999999999999</cx:pt>
          <cx:pt idx="422">0.060999999999999999</cx:pt>
          <cx:pt idx="423">0.060999999999999999</cx:pt>
          <cx:pt idx="424">0.062</cx:pt>
          <cx:pt idx="425">0.063</cx:pt>
          <cx:pt idx="426">0.063</cx:pt>
          <cx:pt idx="427">0.063</cx:pt>
          <cx:pt idx="428">0.063</cx:pt>
          <cx:pt idx="429">0.064000000000000001</cx:pt>
          <cx:pt idx="430">0.064000000000000001</cx:pt>
          <cx:pt idx="431">0.064000000000000001</cx:pt>
          <cx:pt idx="432">0.064000000000000001</cx:pt>
          <cx:pt idx="433">0.065000000000000002</cx:pt>
          <cx:pt idx="434">0.065000000000000002</cx:pt>
          <cx:pt idx="435">0.065000000000000002</cx:pt>
          <cx:pt idx="436">0.065000000000000002</cx:pt>
          <cx:pt idx="437">0.065000000000000002</cx:pt>
          <cx:pt idx="438">0.065000000000000002</cx:pt>
          <cx:pt idx="439">0.066000000000000003</cx:pt>
          <cx:pt idx="440">0.066000000000000003</cx:pt>
          <cx:pt idx="441">0.066000000000000003</cx:pt>
          <cx:pt idx="442">0.066000000000000003</cx:pt>
          <cx:pt idx="443">0.066000000000000003</cx:pt>
          <cx:pt idx="444">0.066000000000000003</cx:pt>
          <cx:pt idx="445">0.066000000000000003</cx:pt>
          <cx:pt idx="446">0.066000000000000003</cx:pt>
          <cx:pt idx="447">0.067000000000000004</cx:pt>
          <cx:pt idx="448">0.067000000000000004</cx:pt>
          <cx:pt idx="449">0.067000000000000004</cx:pt>
          <cx:pt idx="450">0.068000000000000005</cx:pt>
          <cx:pt idx="451">0.068000000000000005</cx:pt>
          <cx:pt idx="452">0.068000000000000005</cx:pt>
          <cx:pt idx="453">0.068000000000000005</cx:pt>
          <cx:pt idx="454">0.069000000000000006</cx:pt>
          <cx:pt idx="455">0.069000000000000006</cx:pt>
          <cx:pt idx="456">0.069000000000000006</cx:pt>
          <cx:pt idx="457">0.069000000000000006</cx:pt>
          <cx:pt idx="458">0.069000000000000006</cx:pt>
          <cx:pt idx="459">0.069000000000000006</cx:pt>
          <cx:pt idx="460">0.070000000000000007</cx:pt>
          <cx:pt idx="461">0.070000000000000007</cx:pt>
          <cx:pt idx="462">0.070999999999999994</cx:pt>
          <cx:pt idx="463">0.070999999999999994</cx:pt>
          <cx:pt idx="464">0.070999999999999994</cx:pt>
          <cx:pt idx="465">0.070999999999999994</cx:pt>
          <cx:pt idx="466">0.070999999999999994</cx:pt>
          <cx:pt idx="467">0.071999999999999995</cx:pt>
          <cx:pt idx="468">0.071999999999999995</cx:pt>
          <cx:pt idx="469">0.072999999999999995</cx:pt>
          <cx:pt idx="470">0.072999999999999995</cx:pt>
          <cx:pt idx="471">0.072999999999999995</cx:pt>
          <cx:pt idx="472">0.072999999999999995</cx:pt>
          <cx:pt idx="473">0.072999999999999995</cx:pt>
          <cx:pt idx="474">0.072999999999999995</cx:pt>
          <cx:pt idx="475">0.073999999999999996</cx:pt>
          <cx:pt idx="476">0.073999999999999996</cx:pt>
          <cx:pt idx="477">0.074999999999999997</cx:pt>
          <cx:pt idx="478">0.074999999999999997</cx:pt>
          <cx:pt idx="479">0.075999999999999998</cx:pt>
          <cx:pt idx="480">0.075999999999999998</cx:pt>
          <cx:pt idx="481">0.076999999999999999</cx:pt>
          <cx:pt idx="482">0.076999999999999999</cx:pt>
          <cx:pt idx="483">0.076999999999999999</cx:pt>
          <cx:pt idx="484">0.076999999999999999</cx:pt>
          <cx:pt idx="485">0.076999999999999999</cx:pt>
          <cx:pt idx="486">0.076999999999999999</cx:pt>
          <cx:pt idx="487">0.078</cx:pt>
          <cx:pt idx="488">0.078</cx:pt>
          <cx:pt idx="489">0.078</cx:pt>
          <cx:pt idx="490">0.078</cx:pt>
          <cx:pt idx="491">0.078</cx:pt>
          <cx:pt idx="492">0.079000000000000001</cx:pt>
          <cx:pt idx="493">0.079000000000000001</cx:pt>
          <cx:pt idx="494">0.079000000000000001</cx:pt>
          <cx:pt idx="495">0.079000000000000001</cx:pt>
          <cx:pt idx="496">0.079000000000000001</cx:pt>
          <cx:pt idx="497">0.081000000000000003</cx:pt>
          <cx:pt idx="498">0.081000000000000003</cx:pt>
          <cx:pt idx="499">0.082000000000000003</cx:pt>
          <cx:pt idx="500">0.082000000000000003</cx:pt>
          <cx:pt idx="501">0.082000000000000003</cx:pt>
          <cx:pt idx="502">0.084000000000000005</cx:pt>
          <cx:pt idx="503">0.084000000000000005</cx:pt>
          <cx:pt idx="504">0.084000000000000005</cx:pt>
          <cx:pt idx="505">0.086999999999999994</cx:pt>
          <cx:pt idx="506">0.087999999999999995</cx:pt>
          <cx:pt idx="507">0.087999999999999995</cx:pt>
          <cx:pt idx="508">0.087999999999999995</cx:pt>
          <cx:pt idx="509">0.088999999999999996</cx:pt>
          <cx:pt idx="510">0.089999999999999997</cx:pt>
          <cx:pt idx="511">0.090999999999999998</cx:pt>
          <cx:pt idx="512">0.091999999999999998</cx:pt>
          <cx:pt idx="513">0.091999999999999998</cx:pt>
          <cx:pt idx="514">0.091999999999999998</cx:pt>
          <cx:pt idx="515">0.092999999999999999</cx:pt>
          <cx:pt idx="516">0.092999999999999999</cx:pt>
          <cx:pt idx="517">0.092999999999999999</cx:pt>
          <cx:pt idx="518">0.094</cx:pt>
          <cx:pt idx="519">0.094</cx:pt>
          <cx:pt idx="520">0.095000000000000001</cx:pt>
          <cx:pt idx="521">0.096000000000000002</cx:pt>
          <cx:pt idx="522">0.097000000000000003</cx:pt>
          <cx:pt idx="523">0.099000000000000005</cx:pt>
          <cx:pt idx="524">0.099000000000000005</cx:pt>
          <cx:pt idx="525">0.10000000000000001</cx:pt>
          <cx:pt idx="526">0.10000000000000001</cx:pt>
          <cx:pt idx="527">0.10000000000000001</cx:pt>
          <cx:pt idx="528">0.10100000000000001</cx:pt>
          <cx:pt idx="529">0.10199999999999999</cx:pt>
          <cx:pt idx="530">0.10299999999999999</cx:pt>
          <cx:pt idx="531">0.104</cx:pt>
          <cx:pt idx="532">0.105</cx:pt>
          <cx:pt idx="533">0.105</cx:pt>
          <cx:pt idx="534">0.105</cx:pt>
          <cx:pt idx="535">0.105</cx:pt>
          <cx:pt idx="536">0.106</cx:pt>
          <cx:pt idx="537">0.106</cx:pt>
          <cx:pt idx="538">0.106</cx:pt>
          <cx:pt idx="539">0.106</cx:pt>
          <cx:pt idx="540">0.107</cx:pt>
          <cx:pt idx="541">0.108</cx:pt>
          <cx:pt idx="542">0.109</cx:pt>
          <cx:pt idx="543">0.109</cx:pt>
          <cx:pt idx="544">0.109</cx:pt>
          <cx:pt idx="545">0.109</cx:pt>
          <cx:pt idx="546">0.111</cx:pt>
          <cx:pt idx="547">0.113</cx:pt>
          <cx:pt idx="548">0.113</cx:pt>
          <cx:pt idx="549">0.113</cx:pt>
          <cx:pt idx="550">0.114</cx:pt>
          <cx:pt idx="551">0.115</cx:pt>
          <cx:pt idx="552">0.115</cx:pt>
          <cx:pt idx="553">0.115</cx:pt>
          <cx:pt idx="554">0.115</cx:pt>
          <cx:pt idx="555">0.11600000000000001</cx:pt>
          <cx:pt idx="556">0.11899999999999999</cx:pt>
          <cx:pt idx="557">0.121</cx:pt>
          <cx:pt idx="558">0.121</cx:pt>
          <cx:pt idx="559">0.123</cx:pt>
          <cx:pt idx="560">0.127</cx:pt>
          <cx:pt idx="561">0.129</cx:pt>
          <cx:pt idx="562">0.13200000000000001</cx:pt>
          <cx:pt idx="563">0.13300000000000001</cx:pt>
          <cx:pt idx="564">0.13300000000000001</cx:pt>
          <cx:pt idx="565">0.13500000000000001</cx:pt>
          <cx:pt idx="566">0.13700000000000001</cx:pt>
          <cx:pt idx="567">0.13800000000000001</cx:pt>
          <cx:pt idx="568">0.13800000000000001</cx:pt>
          <cx:pt idx="569">0.13900000000000001</cx:pt>
          <cx:pt idx="570">0.14099999999999999</cx:pt>
          <cx:pt idx="571">0.14099999999999999</cx:pt>
          <cx:pt idx="572">0.14099999999999999</cx:pt>
          <cx:pt idx="573">0.14099999999999999</cx:pt>
          <cx:pt idx="574">0.14099999999999999</cx:pt>
          <cx:pt idx="575">0.14399999999999999</cx:pt>
          <cx:pt idx="576">0.14499999999999999</cx:pt>
          <cx:pt idx="577">0.14499999999999999</cx:pt>
          <cx:pt idx="578">0.14599999999999999</cx:pt>
          <cx:pt idx="579">0.14799999999999999</cx:pt>
          <cx:pt idx="580">0.14799999999999999</cx:pt>
          <cx:pt idx="581">0.14899999999999999</cx:pt>
          <cx:pt idx="582">0.14899999999999999</cx:pt>
          <cx:pt idx="583">0.14999999999999999</cx:pt>
          <cx:pt idx="584">0.151</cx:pt>
          <cx:pt idx="585">0.151</cx:pt>
          <cx:pt idx="586">0.154</cx:pt>
          <cx:pt idx="587">0.156</cx:pt>
          <cx:pt idx="588">0.158</cx:pt>
          <cx:pt idx="589">0.158</cx:pt>
          <cx:pt idx="590">0.159</cx:pt>
          <cx:pt idx="591">0.159</cx:pt>
          <cx:pt idx="592">0.16</cx:pt>
          <cx:pt idx="593">0.16</cx:pt>
          <cx:pt idx="594">0.161</cx:pt>
          <cx:pt idx="595">0.161</cx:pt>
          <cx:pt idx="596">0.16300000000000001</cx:pt>
          <cx:pt idx="597">0.16700000000000001</cx:pt>
          <cx:pt idx="598">0.16800000000000001</cx:pt>
          <cx:pt idx="599">0.16900000000000001</cx:pt>
          <cx:pt idx="600">0.17000000000000001</cx:pt>
          <cx:pt idx="601">0.17399999999999999</cx:pt>
          <cx:pt idx="602">0.17399999999999999</cx:pt>
          <cx:pt idx="603">0.17799999999999999</cx:pt>
          <cx:pt idx="604">0.17899999999999999</cx:pt>
          <cx:pt idx="605">0.17999999999999999</cx:pt>
          <cx:pt idx="606">0.18099999999999999</cx:pt>
          <cx:pt idx="607">0.18099999999999999</cx:pt>
          <cx:pt idx="608">0.183</cx:pt>
          <cx:pt idx="609">0.184</cx:pt>
          <cx:pt idx="610">0.188</cx:pt>
          <cx:pt idx="611">0.19</cx:pt>
          <cx:pt idx="612">0.192</cx:pt>
          <cx:pt idx="613">0.193</cx:pt>
          <cx:pt idx="614">0.19400000000000001</cx:pt>
          <cx:pt idx="615">0.19500000000000001</cx:pt>
          <cx:pt idx="616">0.20499999999999999</cx:pt>
          <cx:pt idx="617">0.20699999999999999</cx:pt>
          <cx:pt idx="618">0.20699999999999999</cx:pt>
          <cx:pt idx="619">0.20899999999999999</cx:pt>
          <cx:pt idx="620">0.214</cx:pt>
          <cx:pt idx="621">0.218</cx:pt>
          <cx:pt idx="622">0.22500000000000001</cx:pt>
          <cx:pt idx="623">0.22800000000000001</cx:pt>
          <cx:pt idx="624">0.22900000000000001</cx:pt>
          <cx:pt idx="625">0.23000000000000001</cx:pt>
          <cx:pt idx="626">0.23499999999999999</cx:pt>
          <cx:pt idx="627">0.23699999999999999</cx:pt>
          <cx:pt idx="628">0.23699999999999999</cx:pt>
          <cx:pt idx="629">0.23799999999999999</cx:pt>
          <cx:pt idx="630">0.23799999999999999</cx:pt>
          <cx:pt idx="631">0.23899999999999999</cx:pt>
          <cx:pt idx="632">0.23999999999999999</cx:pt>
          <cx:pt idx="633">0.23999999999999999</cx:pt>
          <cx:pt idx="634">0.24199999999999999</cx:pt>
          <cx:pt idx="635">0.24299999999999999</cx:pt>
          <cx:pt idx="636">0.246</cx:pt>
          <cx:pt idx="637">0.249</cx:pt>
          <cx:pt idx="638">0.25</cx:pt>
          <cx:pt idx="639">0.254</cx:pt>
          <cx:pt idx="640">0.255</cx:pt>
          <cx:pt idx="641">0.26200000000000001</cx:pt>
          <cx:pt idx="642">0.26300000000000001</cx:pt>
          <cx:pt idx="643">0.26300000000000001</cx:pt>
          <cx:pt idx="644">0.26700000000000002</cx:pt>
          <cx:pt idx="645">0.26900000000000002</cx:pt>
          <cx:pt idx="646">0.27300000000000002</cx:pt>
          <cx:pt idx="647">0.27600000000000002</cx:pt>
          <cx:pt idx="648">0.29599999999999999</cx:pt>
          <cx:pt idx="649">0.29999999999999999</cx:pt>
          <cx:pt idx="650">0.312</cx:pt>
          <cx:pt idx="651">0.33500000000000002</cx:pt>
          <cx:pt idx="652">0.34000000000000002</cx:pt>
          <cx:pt idx="653">0.34200000000000003</cx:pt>
          <cx:pt idx="654">0.34200000000000003</cx:pt>
          <cx:pt idx="655">0.34200000000000003</cx:pt>
          <cx:pt idx="656">0.34699999999999998</cx:pt>
          <cx:pt idx="657">0.34699999999999998</cx:pt>
          <cx:pt idx="658">0.35299999999999998</cx:pt>
          <cx:pt idx="659">0.37</cx:pt>
          <cx:pt idx="660">0.37</cx:pt>
          <cx:pt idx="661">0.373</cx:pt>
          <cx:pt idx="662">0.38100000000000001</cx:pt>
          <cx:pt idx="663">0.38500000000000001</cx:pt>
          <cx:pt idx="664">0.38600000000000001</cx:pt>
          <cx:pt idx="665">0.38700000000000001</cx:pt>
          <cx:pt idx="666">0.39000000000000001</cx:pt>
          <cx:pt idx="667">0.39500000000000002</cx:pt>
          <cx:pt idx="668">0.39900000000000002</cx:pt>
          <cx:pt idx="669">0.40799999999999997</cx:pt>
          <cx:pt idx="670">0.41499999999999998</cx:pt>
          <cx:pt idx="671">0.41499999999999998</cx:pt>
          <cx:pt idx="672">0.41599999999999998</cx:pt>
          <cx:pt idx="673">0.42699999999999999</cx:pt>
          <cx:pt idx="674">0.43099999999999999</cx:pt>
          <cx:pt idx="675">0.433</cx:pt>
          <cx:pt idx="676">0.44700000000000001</cx:pt>
          <cx:pt idx="677">0.44900000000000001</cx:pt>
          <cx:pt idx="678">0.46000000000000002</cx:pt>
          <cx:pt idx="679">0.47599999999999998</cx:pt>
          <cx:pt idx="680">0.48299999999999998</cx:pt>
          <cx:pt idx="681">0.48299999999999998</cx:pt>
          <cx:pt idx="682">0.49199999999999999</cx:pt>
          <cx:pt idx="683">0.504</cx:pt>
          <cx:pt idx="684">0.505</cx:pt>
          <cx:pt idx="685">0.50600000000000001</cx:pt>
          <cx:pt idx="686">0.52500000000000002</cx:pt>
          <cx:pt idx="687">0.53900000000000003</cx:pt>
          <cx:pt idx="688">0.55000000000000004</cx:pt>
          <cx:pt idx="689">0.55900000000000005</cx:pt>
          <cx:pt idx="690">0.57899999999999996</cx:pt>
          <cx:pt idx="691">0.59699999999999998</cx:pt>
          <cx:pt idx="692">0.60799999999999998</cx:pt>
          <cx:pt idx="693">0.60899999999999999</cx:pt>
          <cx:pt idx="694">0.60999999999999999</cx:pt>
          <cx:pt idx="695">0.62</cx:pt>
          <cx:pt idx="696">0.63200000000000001</cx:pt>
          <cx:pt idx="697">0.64000000000000001</cx:pt>
          <cx:pt idx="698">0.68300000000000005</cx:pt>
          <cx:pt idx="699">0.68700000000000006</cx:pt>
          <cx:pt idx="700">0.69299999999999995</cx:pt>
          <cx:pt idx="701">0.70699999999999996</cx:pt>
          <cx:pt idx="702">0.71099999999999997</cx:pt>
          <cx:pt idx="703">0.71599999999999997</cx:pt>
          <cx:pt idx="704">0.73499999999999999</cx:pt>
          <cx:pt idx="705">0.76200000000000001</cx:pt>
          <cx:pt idx="706">0.76800000000000002</cx:pt>
          <cx:pt idx="707">0.77400000000000002</cx:pt>
          <cx:pt idx="708">0.77500000000000002</cx:pt>
          <cx:pt idx="709">0.875</cx:pt>
          <cx:pt idx="710">0.92200000000000004</cx:pt>
          <cx:pt idx="711">0.93300000000000005</cx:pt>
          <cx:pt idx="712">0.97999999999999998</cx:pt>
          <cx:pt idx="713">1.0409999999999999</cx:pt>
          <cx:pt idx="714">1.091</cx:pt>
          <cx:pt idx="715">1.1080000000000001</cx:pt>
          <cx:pt idx="716">1.113</cx:pt>
          <cx:pt idx="717">1.1899999999999999</cx:pt>
          <cx:pt idx="718">1.22</cx:pt>
          <cx:pt idx="719">1.3180000000000001</cx:pt>
          <cx:pt idx="720">1.357</cx:pt>
          <cx:pt idx="721">1.387</cx:pt>
          <cx:pt idx="722">1.474</cx:pt>
          <cx:pt idx="723">1.5</cx:pt>
          <cx:pt idx="724">1.738</cx:pt>
          <cx:pt idx="725">1.7749999999999999</cx:pt>
          <cx:pt idx="726">2.181</cx:pt>
          <cx:pt idx="727">2.3839999999999999</cx:pt>
          <cx:pt idx="728">2.9929999999999999</cx:pt>
          <cx:pt idx="729">3.3559999999999999</cx:pt>
          <cx:pt idx="730">3.4340000000000002</cx:pt>
          <cx:pt idx="731">3.4790000000000001</cx:pt>
          <cx:pt idx="732">3.8730000000000002</cx:pt>
          <cx:pt idx="733">4.7610000000000001</cx:pt>
          <cx:pt idx="734">5.3680000000000003</cx:pt>
          <cx:pt idx="735">6.0039999999999996</cx:pt>
          <cx:pt idx="736">6.4550000000000001</cx:pt>
        </cx:lvl>
      </cx:numDim>
    </cx:data>
  </cx:chartData>
  <cx:chart>
    <cx:title pos="t" align="ctr" overlay="0">
      <cx:tx>
        <cx:txData>
          <cx:v>Mass</cx:v>
        </cx:txData>
      </cx:tx>
      <cx:txPr>
        <a:bodyPr spcFirstLastPara="1" vertOverflow="ellipsis" horzOverflow="overflow" wrap="square" lIns="0" tIns="0" rIns="0" bIns="0" anchor="ctr" anchorCtr="1"/>
        <a:lstStyle/>
        <a:p>
          <a:pPr algn="ctr" rtl="0">
            <a:defRPr/>
          </a:pPr>
          <a:r>
            <a:rPr lang="en-US" sz="1400" b="0" i="0" u="none" strike="noStrike" baseline="0">
              <a:solidFill>
                <a:sysClr val="windowText" lastClr="000000">
                  <a:lumMod val="65000"/>
                  <a:lumOff val="35000"/>
                </a:sysClr>
              </a:solidFill>
              <a:latin typeface="Aptos Narrow" panose="02110004020202020204"/>
            </a:rPr>
            <a:t>Mass</a:t>
          </a:r>
        </a:p>
      </cx:txPr>
    </cx:title>
    <cx:plotArea>
      <cx:plotAreaRegion>
        <cx:series layoutId="clusteredColumn" uniqueId="{98E94D55-B0FB-48FB-AC78-638F60C92DC7}">
          <cx:tx>
            <cx:txData>
              <cx:f>'leave edited'!$H$1</cx:f>
              <cx:v>Mass (g)</cx:v>
            </cx:txData>
          </cx:tx>
          <cx:dataLabels/>
          <cx:dataId val="0"/>
          <cx:layoutPr>
            <cx:binning intervalClosed="r" underflow="0" overflow="1">
              <cx:binCount val="30"/>
            </cx:binning>
          </cx:layoutPr>
        </cx:series>
      </cx:plotAreaRegion>
      <cx:axis id="0">
        <cx:catScaling gapWidth="0"/>
        <cx:tickLabels/>
        <cx:numFmt formatCode="#,##0.00" sourceLinked="0"/>
      </cx:axis>
      <cx:axis id="1">
        <cx:valScaling/>
        <cx:majorGridlines/>
        <cx:tickLabels/>
      </cx:axis>
    </cx:plotArea>
  </cx:chart>
</cx:chartSpace>
</file>

<file path=ppt/charts/chartEx19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numDim type="val">
        <cx:f>'no leave edited'!$C$2:$C$718</cx:f>
        <cx:lvl ptCount="717" formatCode="General">
          <cx:pt idx="0">2.7400000000000002</cx:pt>
          <cx:pt idx="1">16.777999999999999</cx:pt>
          <cx:pt idx="2">61.726999999999997</cx:pt>
          <cx:pt idx="3">12.289999999999999</cx:pt>
          <cx:pt idx="4">4.9560000000000004</cx:pt>
          <cx:pt idx="5">18.777999999999999</cx:pt>
          <cx:pt idx="6">14.282999999999999</cx:pt>
          <cx:pt idx="7">10.744</cx:pt>
          <cx:pt idx="8">17.359999999999999</cx:pt>
          <cx:pt idx="9">13.215999999999999</cx:pt>
          <cx:pt idx="10">25.218</cx:pt>
          <cx:pt idx="11">7.8810000000000002</cx:pt>
          <cx:pt idx="12">10.571999999999999</cx:pt>
          <cx:pt idx="13">11.151999999999999</cx:pt>
          <cx:pt idx="14">12.859</cx:pt>
          <cx:pt idx="15">61.067999999999998</cx:pt>
          <cx:pt idx="16">29.460999999999999</cx:pt>
          <cx:pt idx="17">24.933</cx:pt>
          <cx:pt idx="18">24.719999999999999</cx:pt>
          <cx:pt idx="19">13.09</cx:pt>
          <cx:pt idx="20">20.103999999999999</cx:pt>
          <cx:pt idx="21">26.724</cx:pt>
          <cx:pt idx="22">24.135999999999999</cx:pt>
          <cx:pt idx="23">12.109</cx:pt>
          <cx:pt idx="24">25.305</cx:pt>
          <cx:pt idx="25">18.645</cx:pt>
          <cx:pt idx="26">15.903</cx:pt>
          <cx:pt idx="27">19.613</cx:pt>
          <cx:pt idx="28">34.173999999999999</cx:pt>
          <cx:pt idx="29">33.274000000000001</cx:pt>
          <cx:pt idx="30">28.190999999999999</cx:pt>
          <cx:pt idx="31">7.2489999999999997</cx:pt>
          <cx:pt idx="32">12.478999999999999</cx:pt>
          <cx:pt idx="33">20.396000000000001</cx:pt>
          <cx:pt idx="34">89.057000000000002</cx:pt>
          <cx:pt idx="35">48.570999999999998</cx:pt>
          <cx:pt idx="36">39.753</cx:pt>
          <cx:pt idx="37">15.375999999999999</cx:pt>
          <cx:pt idx="38">22.783999999999999</cx:pt>
          <cx:pt idx="39">34.753</cx:pt>
          <cx:pt idx="40">23.710000000000001</cx:pt>
          <cx:pt idx="41">29.763999999999999</cx:pt>
          <cx:pt idx="42">29.408000000000001</cx:pt>
          <cx:pt idx="43">17.870000000000001</cx:pt>
          <cx:pt idx="44">67.638999999999996</cx:pt>
          <cx:pt idx="45">30.227</cx:pt>
          <cx:pt idx="46">230.84</cx:pt>
          <cx:pt idx="47">121.755</cx:pt>
          <cx:pt idx="48">6.6100000000000003</cx:pt>
          <cx:pt idx="49">34.871000000000002</cx:pt>
          <cx:pt idx="50">17.707999999999998</cx:pt>
          <cx:pt idx="51">31.222000000000001</cx:pt>
          <cx:pt idx="52">24.946000000000002</cx:pt>
          <cx:pt idx="53">6.6379999999999999</cx:pt>
          <cx:pt idx="54">26.994</cx:pt>
          <cx:pt idx="55">34.279000000000003</cx:pt>
          <cx:pt idx="56">29.295000000000002</cx:pt>
          <cx:pt idx="57">22.065999999999999</cx:pt>
          <cx:pt idx="58">20.280000000000001</cx:pt>
          <cx:pt idx="59">37.734000000000002</cx:pt>
          <cx:pt idx="60">16.763000000000002</cx:pt>
          <cx:pt idx="61">18.274000000000001</cx:pt>
          <cx:pt idx="62">24.420000000000002</cx:pt>
          <cx:pt idx="63">33.039999999999999</cx:pt>
          <cx:pt idx="64">25.655999999999999</cx:pt>
          <cx:pt idx="65">31.933</cx:pt>
          <cx:pt idx="66">33.073</cx:pt>
          <cx:pt idx="67">40.566000000000003</cx:pt>
          <cx:pt idx="68">47.884999999999998</cx:pt>
          <cx:pt idx="69">35.533999999999999</cx:pt>
          <cx:pt idx="70">27.260999999999999</cx:pt>
          <cx:pt idx="71">55.774999999999999</cx:pt>
          <cx:pt idx="72">37.542000000000002</cx:pt>
          <cx:pt idx="73">66.590999999999994</cx:pt>
          <cx:pt idx="74">36.451999999999998</cx:pt>
          <cx:pt idx="75">41.877000000000002</cx:pt>
          <cx:pt idx="76">26.277000000000001</cx:pt>
          <cx:pt idx="77">26.332999999999998</cx:pt>
          <cx:pt idx="78">25.204000000000001</cx:pt>
          <cx:pt idx="79">58.619999999999997</cx:pt>
          <cx:pt idx="80">39.951000000000001</cx:pt>
          <cx:pt idx="81">32.707999999999998</cx:pt>
          <cx:pt idx="82">24.681000000000001</cx:pt>
          <cx:pt idx="83">34.889000000000003</cx:pt>
          <cx:pt idx="84">25.259</cx:pt>
          <cx:pt idx="85">36.713999999999999</cx:pt>
          <cx:pt idx="86">43.920000000000002</cx:pt>
          <cx:pt idx="87">37.664999999999999</cx:pt>
          <cx:pt idx="88">37.674999999999997</cx:pt>
          <cx:pt idx="89">6.2489999999999997</cx:pt>
          <cx:pt idx="90">57.780000000000001</cx:pt>
          <cx:pt idx="91">0.77700000000000002</cx:pt>
          <cx:pt idx="92">88.033000000000001</cx:pt>
          <cx:pt idx="93">48.741</cx:pt>
          <cx:pt idx="94">44.435000000000002</cx:pt>
          <cx:pt idx="95">42.719000000000001</cx:pt>
          <cx:pt idx="96">41.826000000000001</cx:pt>
          <cx:pt idx="97">65.867000000000004</cx:pt>
          <cx:pt idx="98">65.491</cx:pt>
          <cx:pt idx="99">58.465000000000003</cx:pt>
          <cx:pt idx="100">58.912999999999997</cx:pt>
          <cx:pt idx="101">19.879999999999999</cx:pt>
          <cx:pt idx="102">44.215000000000003</cx:pt>
          <cx:pt idx="103">54.188000000000002</cx:pt>
          <cx:pt idx="104">55.545000000000002</cx:pt>
          <cx:pt idx="105">41.713000000000001</cx:pt>
          <cx:pt idx="106">64.263999999999996</cx:pt>
          <cx:pt idx="107">64.004999999999995</cx:pt>
          <cx:pt idx="108">37.332999999999998</cx:pt>
          <cx:pt idx="109">14.157</cx:pt>
          <cx:pt idx="110">41.234999999999999</cx:pt>
          <cx:pt idx="111">57.308999999999997</cx:pt>
          <cx:pt idx="112">36.402999999999999</cx:pt>
          <cx:pt idx="113">45.046999999999997</cx:pt>
          <cx:pt idx="114">21.135000000000002</cx:pt>
          <cx:pt idx="115">60.32</cx:pt>
          <cx:pt idx="116">22.558</cx:pt>
          <cx:pt idx="117">59.262999999999998</cx:pt>
          <cx:pt idx="118">62.534999999999997</cx:pt>
          <cx:pt idx="119">63.997999999999998</cx:pt>
          <cx:pt idx="120">46.106999999999999</cx:pt>
          <cx:pt idx="121">71.591999999999999</cx:pt>
          <cx:pt idx="122">1.335</cx:pt>
          <cx:pt idx="123">51.076000000000001</cx:pt>
          <cx:pt idx="124">46.465000000000003</cx:pt>
          <cx:pt idx="125">72.769000000000005</cx:pt>
          <cx:pt idx="126">58.164999999999999</cx:pt>
          <cx:pt idx="127">68.870999999999995</cx:pt>
          <cx:pt idx="128">14.601000000000001</cx:pt>
          <cx:pt idx="129">86.084999999999994</cx:pt>
          <cx:pt idx="130">88.787000000000006</cx:pt>
          <cx:pt idx="131">58.343000000000004</cx:pt>
          <cx:pt idx="132">64.254999999999995</cx:pt>
          <cx:pt idx="133">59.259</cx:pt>
          <cx:pt idx="134">5.6139999999999999</cx:pt>
          <cx:pt idx="135">51.357999999999997</cx:pt>
          <cx:pt idx="136">45.308999999999997</cx:pt>
          <cx:pt idx="137">89.513000000000005</cx:pt>
          <cx:pt idx="138">29.440000000000001</cx:pt>
          <cx:pt idx="139">80.025999999999996</cx:pt>
          <cx:pt idx="140">67.305999999999997</cx:pt>
          <cx:pt idx="141">75.013000000000005</cx:pt>
          <cx:pt idx="142">90.593000000000004</cx:pt>
          <cx:pt idx="143">48.012</cx:pt>
          <cx:pt idx="144">73.213999999999999</cx:pt>
          <cx:pt idx="145">82.326999999999998</cx:pt>
          <cx:pt idx="146">69.263000000000005</cx:pt>
          <cx:pt idx="147">53.021999999999998</cx:pt>
          <cx:pt idx="148">106.926</cx:pt>
          <cx:pt idx="149">59.256999999999998</cx:pt>
          <cx:pt idx="150">71.204999999999998</cx:pt>
          <cx:pt idx="151">43.942</cx:pt>
          <cx:pt idx="152">72.608000000000004</cx:pt>
          <cx:pt idx="153">65.215000000000003</cx:pt>
          <cx:pt idx="154">63.776000000000003</cx:pt>
          <cx:pt idx="155">93.914000000000001</cx:pt>
          <cx:pt idx="156">71.244</cx:pt>
          <cx:pt idx="157">82.778000000000006</cx:pt>
          <cx:pt idx="158">54.530999999999999</cx:pt>
          <cx:pt idx="159">74.301000000000002</cx:pt>
          <cx:pt idx="160">88.852999999999994</cx:pt>
          <cx:pt idx="161">59.786999999999999</cx:pt>
          <cx:pt idx="162">45.725999999999999</cx:pt>
          <cx:pt idx="163">52.127000000000002</cx:pt>
          <cx:pt idx="164">55.183</cx:pt>
          <cx:pt idx="165">79.415000000000006</cx:pt>
          <cx:pt idx="166">83.290000000000006</cx:pt>
          <cx:pt idx="167">69.584999999999994</cx:pt>
          <cx:pt idx="168">76.135999999999996</cx:pt>
          <cx:pt idx="169">91.965999999999994</cx:pt>
          <cx:pt idx="170">92.638000000000005</cx:pt>
          <cx:pt idx="171">74.609999999999999</cx:pt>
          <cx:pt idx="172">94.567999999999998</cx:pt>
          <cx:pt idx="173">81.576999999999998</cx:pt>
          <cx:pt idx="174">122.81999999999999</cx:pt>
          <cx:pt idx="175">61.488999999999997</cx:pt>
          <cx:pt idx="176">87.620999999999995</cx:pt>
          <cx:pt idx="177">62.613999999999997</cx:pt>
          <cx:pt idx="178">64.694000000000003</cx:pt>
          <cx:pt idx="179">88.015000000000001</cx:pt>
          <cx:pt idx="180">100.93000000000001</cx:pt>
          <cx:pt idx="181">89.138000000000005</cx:pt>
          <cx:pt idx="182">64.332999999999998</cx:pt>
          <cx:pt idx="183">84.165000000000006</cx:pt>
          <cx:pt idx="184">37.316000000000003</cx:pt>
          <cx:pt idx="185">36.429000000000002</cx:pt>
          <cx:pt idx="186">18.399000000000001</cx:pt>
          <cx:pt idx="187">44.841000000000001</cx:pt>
          <cx:pt idx="188">107.806</cx:pt>
          <cx:pt idx="189">35.637</cx:pt>
          <cx:pt idx="190">107.292</cx:pt>
          <cx:pt idx="191">84.561999999999998</cx:pt>
          <cx:pt idx="192">2.9580000000000002</cx:pt>
          <cx:pt idx="193">78.337999999999994</cx:pt>
          <cx:pt idx="194">115.044</cx:pt>
          <cx:pt idx="195">109.755</cx:pt>
          <cx:pt idx="196">74.063999999999993</cx:pt>
          <cx:pt idx="197">88.738</cx:pt>
          <cx:pt idx="198">160.31200000000001</cx:pt>
          <cx:pt idx="199">70.912000000000006</cx:pt>
          <cx:pt idx="200">83.275999999999996</cx:pt>
          <cx:pt idx="201">73.322000000000003</cx:pt>
          <cx:pt idx="202">78.953000000000003</cx:pt>
          <cx:pt idx="203">72.352000000000004</cx:pt>
          <cx:pt idx="204">124.05800000000001</cx:pt>
          <cx:pt idx="205">64.114999999999995</cx:pt>
          <cx:pt idx="206">97.001999999999995</cx:pt>
          <cx:pt idx="207">66.168999999999997</cx:pt>
          <cx:pt idx="208">90.644999999999996</cx:pt>
          <cx:pt idx="209">106.429</cx:pt>
          <cx:pt idx="210">89.721000000000004</cx:pt>
          <cx:pt idx="211">88.823999999999998</cx:pt>
          <cx:pt idx="212">89.323999999999998</cx:pt>
          <cx:pt idx="213">73.388999999999996</cx:pt>
          <cx:pt idx="214">91.799000000000007</cx:pt>
          <cx:pt idx="215">79.704999999999998</cx:pt>
          <cx:pt idx="216">97.581999999999994</cx:pt>
          <cx:pt idx="217">56.838000000000001</cx:pt>
          <cx:pt idx="218">119.765</cx:pt>
          <cx:pt idx="219">91.022000000000006</cx:pt>
          <cx:pt idx="220">121.749</cx:pt>
          <cx:pt idx="221">96.539000000000001</cx:pt>
          <cx:pt idx="222">115.44199999999999</cx:pt>
          <cx:pt idx="223">91.695999999999998</cx:pt>
          <cx:pt idx="224">90.879000000000005</cx:pt>
          <cx:pt idx="225">106.268</cx:pt>
          <cx:pt idx="226">96.694999999999993</cx:pt>
          <cx:pt idx="227">30.077999999999999</cx:pt>
          <cx:pt idx="228">24.623999999999999</cx:pt>
          <cx:pt idx="229">93.525999999999996</cx:pt>
          <cx:pt idx="230">116.437</cx:pt>
          <cx:pt idx="231">92.382999999999996</cx:pt>
          <cx:pt idx="232">66.388999999999996</cx:pt>
          <cx:pt idx="233">113.83799999999999</cx:pt>
          <cx:pt idx="234">97.037999999999997</cx:pt>
          <cx:pt idx="235">44.667000000000002</cx:pt>
          <cx:pt idx="236">116.288</cx:pt>
          <cx:pt idx="237">63.920000000000002</cx:pt>
          <cx:pt idx="238">81.906000000000006</cx:pt>
          <cx:pt idx="239">96.040999999999997</cx:pt>
          <cx:pt idx="240">83.119</cx:pt>
          <cx:pt idx="241">78.588999999999999</cx:pt>
          <cx:pt idx="242">91.724999999999994</cx:pt>
          <cx:pt idx="243">105.42</cx:pt>
          <cx:pt idx="244">89.103999999999999</cx:pt>
          <cx:pt idx="245">82.683000000000007</cx:pt>
          <cx:pt idx="246">118.971</cx:pt>
          <cx:pt idx="247">127.05800000000001</cx:pt>
          <cx:pt idx="248">113.05500000000001</cx:pt>
          <cx:pt idx="249">62.279000000000003</cx:pt>
          <cx:pt idx="250">176.07300000000001</cx:pt>
          <cx:pt idx="251">114.429</cx:pt>
          <cx:pt idx="252">143.25800000000001</cx:pt>
          <cx:pt idx="253">60.402000000000001</cx:pt>
          <cx:pt idx="254">83.820999999999998</cx:pt>
          <cx:pt idx="255">128.08600000000001</cx:pt>
          <cx:pt idx="256">138.916</cx:pt>
          <cx:pt idx="257">109.22</cx:pt>
          <cx:pt idx="258">70.102000000000004</cx:pt>
          <cx:pt idx="259">150.095</cx:pt>
          <cx:pt idx="260">68.807000000000002</cx:pt>
          <cx:pt idx="261">141.61500000000001</cx:pt>
          <cx:pt idx="262">90.670000000000002</cx:pt>
          <cx:pt idx="263">88.066999999999993</cx:pt>
          <cx:pt idx="264">108.712</cx:pt>
          <cx:pt idx="265">100.233</cx:pt>
          <cx:pt idx="266">45.055</cx:pt>
          <cx:pt idx="267">120.277</cx:pt>
          <cx:pt idx="268">135.32400000000001</cx:pt>
          <cx:pt idx="269">138.86799999999999</cx:pt>
          <cx:pt idx="270">78.364000000000004</cx:pt>
          <cx:pt idx="271">96.754000000000005</cx:pt>
          <cx:pt idx="272">86.706999999999994</cx:pt>
          <cx:pt idx="273">135.55000000000001</cx:pt>
          <cx:pt idx="274">79.992999999999995</cx:pt>
          <cx:pt idx="275">137.303</cx:pt>
          <cx:pt idx="276">134.959</cx:pt>
          <cx:pt idx="277">91.522999999999996</cx:pt>
          <cx:pt idx="278">128.53100000000001</cx:pt>
          <cx:pt idx="279">100.79000000000001</cx:pt>
          <cx:pt idx="280">101.334</cx:pt>
          <cx:pt idx="281">98.405000000000001</cx:pt>
          <cx:pt idx="282">120.476</cx:pt>
          <cx:pt idx="283">127.48699999999999</cx:pt>
          <cx:pt idx="284">143.96199999999999</cx:pt>
          <cx:pt idx="285">97.003</cx:pt>
          <cx:pt idx="286">125.652</cx:pt>
          <cx:pt idx="287">72.573999999999998</cx:pt>
          <cx:pt idx="288">132.09800000000001</cx:pt>
          <cx:pt idx="289">138.977</cx:pt>
          <cx:pt idx="290">114.392</cx:pt>
          <cx:pt idx="291">119.386</cx:pt>
          <cx:pt idx="292">144.11500000000001</cx:pt>
          <cx:pt idx="293">175.86500000000001</cx:pt>
          <cx:pt idx="294">60.832000000000001</cx:pt>
          <cx:pt idx="295">116.642</cx:pt>
          <cx:pt idx="296">117.175</cx:pt>
          <cx:pt idx="297">73.486999999999995</cx:pt>
          <cx:pt idx="298">100</cx:pt>
          <cx:pt idx="299">183.11500000000001</cx:pt>
          <cx:pt idx="300">100.44799999999999</cx:pt>
          <cx:pt idx="301">139.14400000000001</cx:pt>
          <cx:pt idx="302">113.812</cx:pt>
          <cx:pt idx="303">149.28800000000001</cx:pt>
          <cx:pt idx="304">140.642</cx:pt>
          <cx:pt idx="305">166.12</cx:pt>
          <cx:pt idx="306">203.67500000000001</cx:pt>
          <cx:pt idx="307">89.906999999999996</cx:pt>
          <cx:pt idx="308">150.20599999999999</cx:pt>
          <cx:pt idx="309">104.63500000000001</cx:pt>
          <cx:pt idx="310">122.79300000000001</cx:pt>
          <cx:pt idx="311">155.149</cx:pt>
          <cx:pt idx="312">96.591999999999999</cx:pt>
          <cx:pt idx="313">102.589</cx:pt>
          <cx:pt idx="314">96.703999999999994</cx:pt>
          <cx:pt idx="315">159.17500000000001</cx:pt>
          <cx:pt idx="316">129.64699999999999</cx:pt>
          <cx:pt idx="317">227.30500000000001</cx:pt>
          <cx:pt idx="318">187.46299999999999</cx:pt>
          <cx:pt idx="319">159.07900000000001</cx:pt>
          <cx:pt idx="320">152.61000000000001</cx:pt>
          <cx:pt idx="321">143.09299999999999</cx:pt>
          <cx:pt idx="322">161.87100000000001</cx:pt>
          <cx:pt idx="323">130.53</cx:pt>
          <cx:pt idx="324">163.845</cx:pt>
          <cx:pt idx="325">45.020000000000003</cx:pt>
          <cx:pt idx="326">111.523</cx:pt>
          <cx:pt idx="327">158.34299999999999</cx:pt>
          <cx:pt idx="328">185.90799999999999</cx:pt>
          <cx:pt idx="329">76.498999999999995</cx:pt>
          <cx:pt idx="330">116.715</cx:pt>
          <cx:pt idx="331">182.53299999999999</cx:pt>
          <cx:pt idx="332">205.93799999999999</cx:pt>
          <cx:pt idx="333">158.292</cx:pt>
          <cx:pt idx="334">215.393</cx:pt>
          <cx:pt idx="335">161.607</cx:pt>
          <cx:pt idx="336">148.26300000000001</cx:pt>
          <cx:pt idx="337">189.68100000000001</cx:pt>
          <cx:pt idx="338">186.15899999999999</cx:pt>
          <cx:pt idx="339">134.26300000000001</cx:pt>
          <cx:pt idx="340">103.977</cx:pt>
          <cx:pt idx="341">210.77199999999999</cx:pt>
          <cx:pt idx="342">131.16800000000001</cx:pt>
          <cx:pt idx="343">192.322</cx:pt>
          <cx:pt idx="344">197.64400000000001</cx:pt>
          <cx:pt idx="345">137.19200000000001</cx:pt>
          <cx:pt idx="346">214.625</cx:pt>
          <cx:pt idx="347">163.59999999999999</cx:pt>
          <cx:pt idx="348">185.42599999999999</cx:pt>
          <cx:pt idx="349">180.965</cx:pt>
          <cx:pt idx="350">146.46799999999999</cx:pt>
          <cx:pt idx="351">190.44</cx:pt>
          <cx:pt idx="352">177.548</cx:pt>
          <cx:pt idx="353">261.05399999999997</cx:pt>
          <cx:pt idx="354">167.52600000000001</cx:pt>
          <cx:pt idx="355">160.30199999999999</cx:pt>
          <cx:pt idx="356">175.80799999999999</cx:pt>
          <cx:pt idx="357">195.63900000000001</cx:pt>
          <cx:pt idx="358">141.273</cx:pt>
          <cx:pt idx="359">200.655</cx:pt>
          <cx:pt idx="360">216.44</cx:pt>
          <cx:pt idx="361">186.40100000000001</cx:pt>
          <cx:pt idx="362">159.92599999999999</cx:pt>
          <cx:pt idx="363">202.85300000000001</cx:pt>
          <cx:pt idx="364">188.48400000000001</cx:pt>
          <cx:pt idx="365">144.97200000000001</cx:pt>
          <cx:pt idx="366">237.87700000000001</cx:pt>
          <cx:pt idx="367">131.82499999999999</cx:pt>
          <cx:pt idx="368">166.00800000000001</cx:pt>
          <cx:pt idx="369">169.53800000000001</cx:pt>
          <cx:pt idx="370">164.857</cx:pt>
          <cx:pt idx="371">184.27000000000001</cx:pt>
          <cx:pt idx="372">181.453</cx:pt>
          <cx:pt idx="373">154.81399999999999</cx:pt>
          <cx:pt idx="374">245.91300000000001</cx:pt>
          <cx:pt idx="375">211.405</cx:pt>
          <cx:pt idx="376">206.155</cx:pt>
          <cx:pt idx="377">250.977</cx:pt>
          <cx:pt idx="378">204.512</cx:pt>
          <cx:pt idx="379">187.18899999999999</cx:pt>
          <cx:pt idx="380">203.77600000000001</cx:pt>
          <cx:pt idx="381">262.05399999999997</cx:pt>
          <cx:pt idx="382">160.131</cx:pt>
          <cx:pt idx="383">248.42599999999999</cx:pt>
          <cx:pt idx="384">213.34399999999999</cx:pt>
          <cx:pt idx="385">145.49100000000001</cx:pt>
          <cx:pt idx="386">203.15100000000001</cx:pt>
          <cx:pt idx="387">169.26499999999999</cx:pt>
          <cx:pt idx="388">171.548</cx:pt>
          <cx:pt idx="389">267.60599999999999</cx:pt>
          <cx:pt idx="390">34.691000000000003</cx:pt>
          <cx:pt idx="391">176.30099999999999</cx:pt>
          <cx:pt idx="392">268.31900000000002</cx:pt>
          <cx:pt idx="393">181.804</cx:pt>
          <cx:pt idx="394">174.47</cx:pt>
          <cx:pt idx="395">164.77500000000001</cx:pt>
          <cx:pt idx="396">157.24000000000001</cx:pt>
          <cx:pt idx="397">248.25</cx:pt>
          <cx:pt idx="398">219.131</cx:pt>
          <cx:pt idx="399">264.96300000000002</cx:pt>
          <cx:pt idx="400">192.37100000000001</cx:pt>
          <cx:pt idx="401">219.405</cx:pt>
          <cx:pt idx="402">207.00399999999999</cx:pt>
          <cx:pt idx="403">180.96000000000001</cx:pt>
          <cx:pt idx="404">228.60900000000001</cx:pt>
          <cx:pt idx="405">203.005</cx:pt>
          <cx:pt idx="406">228.84299999999999</cx:pt>
          <cx:pt idx="407">214.785</cx:pt>
          <cx:pt idx="408">198.619</cx:pt>
          <cx:pt idx="409">224.05000000000001</cx:pt>
          <cx:pt idx="410">297.69600000000003</cx:pt>
          <cx:pt idx="411">102.345</cx:pt>
          <cx:pt idx="412">224.845</cx:pt>
          <cx:pt idx="413">179.803</cx:pt>
          <cx:pt idx="414">231.06299999999999</cx:pt>
          <cx:pt idx="415">284.11599999999999</cx:pt>
          <cx:pt idx="416">281.35199999999998</cx:pt>
          <cx:pt idx="417">216.006</cx:pt>
          <cx:pt idx="418">317.233</cx:pt>
          <cx:pt idx="419">333.91699999999997</cx:pt>
          <cx:pt idx="420">209.73099999999999</cx:pt>
          <cx:pt idx="421">256.94900000000001</cx:pt>
          <cx:pt idx="422">232.178</cx:pt>
          <cx:pt idx="423">264.50900000000001</cx:pt>
          <cx:pt idx="424">224.99299999999999</cx:pt>
          <cx:pt idx="425">289.70800000000003</cx:pt>
          <cx:pt idx="426">299.91800000000001</cx:pt>
          <cx:pt idx="427">213.767</cx:pt>
          <cx:pt idx="428">224.399</cx:pt>
          <cx:pt idx="429">217.511</cx:pt>
          <cx:pt idx="430">316.98200000000003</cx:pt>
          <cx:pt idx="431">293.93400000000003</cx:pt>
          <cx:pt idx="432">254.90199999999999</cx:pt>
          <cx:pt idx="433">432.012</cx:pt>
          <cx:pt idx="434">261.47300000000001</cx:pt>
          <cx:pt idx="435">184.88399999999999</cx:pt>
          <cx:pt idx="436">278.61200000000002</cx:pt>
          <cx:pt idx="437">269.23000000000002</cx:pt>
          <cx:pt idx="438">276.55000000000001</cx:pt>
          <cx:pt idx="439">224.78399999999999</cx:pt>
          <cx:pt idx="440">159.684</cx:pt>
          <cx:pt idx="441">283.18799999999999</cx:pt>
          <cx:pt idx="442">184.56399999999999</cx:pt>
          <cx:pt idx="443">263.233</cx:pt>
          <cx:pt idx="444">290.185</cx:pt>
          <cx:pt idx="445">454.75799999999998</cx:pt>
          <cx:pt idx="446">255.23500000000001</cx:pt>
          <cx:pt idx="447">317.30799999999999</cx:pt>
          <cx:pt idx="448">214.54400000000001</cx:pt>
          <cx:pt idx="449">238.80699999999999</cx:pt>
          <cx:pt idx="450">114.871</cx:pt>
          <cx:pt idx="451">223.76900000000001</cx:pt>
          <cx:pt idx="452">344.62099999999998</cx:pt>
          <cx:pt idx="453">200.624</cx:pt>
          <cx:pt idx="454">271.93599999999998</cx:pt>
          <cx:pt idx="455">314.94799999999998</cx:pt>
          <cx:pt idx="456">643.45799999999997</cx:pt>
          <cx:pt idx="457">409.82600000000002</cx:pt>
          <cx:pt idx="458">321.05799999999999</cx:pt>
          <cx:pt idx="459">122.342</cx:pt>
          <cx:pt idx="460">302.53100000000001</cx:pt>
          <cx:pt idx="461">344.88099999999997</cx:pt>
          <cx:pt idx="462">307.99400000000003</cx:pt>
          <cx:pt idx="463">284.38099999999997</cx:pt>
          <cx:pt idx="464">367.20100000000002</cx:pt>
          <cx:pt idx="465">377.27100000000002</cx:pt>
          <cx:pt idx="466">327.49400000000003</cx:pt>
          <cx:pt idx="467">281.459</cx:pt>
          <cx:pt idx="468">325.57600000000002</cx:pt>
          <cx:pt idx="469">321.49599999999998</cx:pt>
          <cx:pt idx="470">418.86000000000001</cx:pt>
          <cx:pt idx="471">310.976</cx:pt>
          <cx:pt idx="472">248.851</cx:pt>
          <cx:pt idx="473">342.245</cx:pt>
          <cx:pt idx="474">341.17200000000003</cx:pt>
          <cx:pt idx="475">213.55099999999999</cx:pt>
          <cx:pt idx="476">190.03999999999999</cx:pt>
          <cx:pt idx="477">288.73399999999998</cx:pt>
          <cx:pt idx="478">338.99900000000002</cx:pt>
          <cx:pt idx="479">331.36599999999999</cx:pt>
          <cx:pt idx="480">368.83100000000002</cx:pt>
          <cx:pt idx="481">356.28399999999999</cx:pt>
          <cx:pt idx="482">374.16399999999999</cx:pt>
          <cx:pt idx="483">288.64499999999998</cx:pt>
          <cx:pt idx="484">143.297</cx:pt>
          <cx:pt idx="485">364.99599999999998</cx:pt>
          <cx:pt idx="486">319.78800000000001</cx:pt>
          <cx:pt idx="487">314.41300000000001</cx:pt>
          <cx:pt idx="488">387.00599999999997</cx:pt>
          <cx:pt idx="489">501.50099999999998</cx:pt>
          <cx:pt idx="490">303.64999999999998</cx:pt>
          <cx:pt idx="491">369.75299999999999</cx:pt>
          <cx:pt idx="492">307.185</cx:pt>
          <cx:pt idx="493">283.976</cx:pt>
          <cx:pt idx="494">346.435</cx:pt>
          <cx:pt idx="495">322.26400000000001</cx:pt>
          <cx:pt idx="496">278.358</cx:pt>
          <cx:pt idx="497">458.50099999999998</cx:pt>
          <cx:pt idx="498">159.357</cx:pt>
          <cx:pt idx="499">325.899</cx:pt>
          <cx:pt idx="500">423.96899999999999</cx:pt>
          <cx:pt idx="501">274.721</cx:pt>
          <cx:pt idx="502">268.85399999999998</cx:pt>
          <cx:pt idx="503">183.43700000000001</cx:pt>
          <cx:pt idx="504">273.62</cx:pt>
          <cx:pt idx="505">404.18799999999999</cx:pt>
          <cx:pt idx="506">407.95100000000002</cx:pt>
          <cx:pt idx="507">395.976</cx:pt>
          <cx:pt idx="508">442.13900000000001</cx:pt>
          <cx:pt idx="509">392.56299999999999</cx:pt>
          <cx:pt idx="510">460.20499999999998</cx:pt>
          <cx:pt idx="511">522.18100000000004</cx:pt>
          <cx:pt idx="512">451.899</cx:pt>
          <cx:pt idx="513">201.126</cx:pt>
          <cx:pt idx="514">380.68200000000002</cx:pt>
          <cx:pt idx="515">424.74400000000003</cx:pt>
          <cx:pt idx="516">428.846</cx:pt>
          <cx:pt idx="517">472.61700000000002</cx:pt>
          <cx:pt idx="518">282.50799999999998</cx:pt>
          <cx:pt idx="519">510.339</cx:pt>
          <cx:pt idx="520">506.59199999999998</cx:pt>
          <cx:pt idx="521">397.96100000000001</cx:pt>
          <cx:pt idx="522">577.69399999999996</cx:pt>
          <cx:pt idx="523">528.03399999999999</cx:pt>
          <cx:pt idx="524">433.48399999999998</cx:pt>
          <cx:pt idx="525">420.81599999999997</cx:pt>
          <cx:pt idx="526">504.34899999999999</cx:pt>
          <cx:pt idx="527">489.85399999999998</cx:pt>
          <cx:pt idx="528">410.75200000000001</cx:pt>
          <cx:pt idx="529">384.17700000000002</cx:pt>
          <cx:pt idx="530">474.05599999999998</cx:pt>
          <cx:pt idx="531">509.041</cx:pt>
          <cx:pt idx="532">548.40899999999999</cx:pt>
          <cx:pt idx="533">431.11700000000002</cx:pt>
          <cx:pt idx="534">542.12</cx:pt>
          <cx:pt idx="535">438.79399999999998</cx:pt>
          <cx:pt idx="536">540.25300000000004</cx:pt>
          <cx:pt idx="537">489.10399999999998</cx:pt>
          <cx:pt idx="538">486.11000000000001</cx:pt>
          <cx:pt idx="539">471.512</cx:pt>
          <cx:pt idx="540">319.98099999999999</cx:pt>
          <cx:pt idx="541">487.916</cx:pt>
          <cx:pt idx="542">591.87800000000004</cx:pt>
          <cx:pt idx="543">537.596</cx:pt>
          <cx:pt idx="544">192.999</cx:pt>
          <cx:pt idx="545">498.03399999999999</cx:pt>
          <cx:pt idx="546">385.14699999999999</cx:pt>
          <cx:pt idx="547">370.44</cx:pt>
          <cx:pt idx="548">430.81400000000002</cx:pt>
          <cx:pt idx="549">444.73599999999999</cx:pt>
          <cx:pt idx="550">586.66399999999999</cx:pt>
          <cx:pt idx="551">492.28800000000001</cx:pt>
          <cx:pt idx="552">515.71199999999999</cx:pt>
          <cx:pt idx="553">556.87599999999998</cx:pt>
          <cx:pt idx="554">516.245</cx:pt>
          <cx:pt idx="555">549.13599999999997</cx:pt>
          <cx:pt idx="556">425.52600000000001</cx:pt>
          <cx:pt idx="557">694.00199999999995</cx:pt>
          <cx:pt idx="558">340.09300000000002</cx:pt>
          <cx:pt idx="559">441.11900000000003</cx:pt>
          <cx:pt idx="560">535.404</cx:pt>
          <cx:pt idx="561">219.179</cx:pt>
          <cx:pt idx="562">523.21799999999996</cx:pt>
          <cx:pt idx="563">645.803</cx:pt>
          <cx:pt idx="564">682.02200000000005</cx:pt>
          <cx:pt idx="565">490.61900000000003</cx:pt>
          <cx:pt idx="566">737.93700000000001</cx:pt>
          <cx:pt idx="567">566.48699999999997</cx:pt>
          <cx:pt idx="568">798.46000000000004</cx:pt>
          <cx:pt idx="569">608.23800000000006</cx:pt>
          <cx:pt idx="570">684.41700000000003</cx:pt>
          <cx:pt idx="571">677.85699999999997</cx:pt>
          <cx:pt idx="572">589.45299999999997</cx:pt>
          <cx:pt idx="573">740.63499999999999</cx:pt>
          <cx:pt idx="574">687.66499999999996</cx:pt>
          <cx:pt idx="575">596.78399999999999</cx:pt>
          <cx:pt idx="576">701.89800000000002</cx:pt>
          <cx:pt idx="577">827.005</cx:pt>
          <cx:pt idx="578">706.11099999999999</cx:pt>
          <cx:pt idx="579">672.25400000000002</cx:pt>
          <cx:pt idx="580">468.70299999999997</cx:pt>
          <cx:pt idx="581">897.73500000000001</cx:pt>
          <cx:pt idx="582">850.97900000000004</cx:pt>
          <cx:pt idx="583">886.83399999999995</cx:pt>
          <cx:pt idx="584">715.64099999999996</cx:pt>
          <cx:pt idx="585">671.45799999999997</cx:pt>
          <cx:pt idx="586">710.505</cx:pt>
          <cx:pt idx="587">615.78099999999995</cx:pt>
          <cx:pt idx="588">748.36000000000001</cx:pt>
          <cx:pt idx="589">726.15200000000004</cx:pt>
          <cx:pt idx="590">740.01999999999998</cx:pt>
          <cx:pt idx="591">663.30899999999997</cx:pt>
          <cx:pt idx="592">939.10699999999997</cx:pt>
          <cx:pt idx="593">72.890000000000001</cx:pt>
          <cx:pt idx="594">796.12900000000002</cx:pt>
          <cx:pt idx="595">755.60199999999998</cx:pt>
          <cx:pt idx="596">799.86599999999999</cx:pt>
          <cx:pt idx="597">882.423</cx:pt>
          <cx:pt idx="598">736.16700000000003</cx:pt>
          <cx:pt idx="599">887.15800000000002</cx:pt>
          <cx:pt idx="600">669.78499999999997</cx:pt>
          <cx:pt idx="601">690.88199999999995</cx:pt>
          <cx:pt idx="602">686.05399999999997</cx:pt>
          <cx:pt idx="603">830.92499999999995</cx:pt>
          <cx:pt idx="604">886.85000000000002</cx:pt>
          <cx:pt idx="605">535.07000000000005</cx:pt>
          <cx:pt idx="606">525.33500000000004</cx:pt>
          <cx:pt idx="607">902.774</cx:pt>
          <cx:pt idx="608">725.80200000000002</cx:pt>
          <cx:pt idx="609">749.63699999999994</cx:pt>
          <cx:pt idx="610">921.37099999999998</cx:pt>
          <cx:pt idx="611">1025.9390000000001</cx:pt>
          <cx:pt idx="612">487.81099999999998</cx:pt>
          <cx:pt idx="613">463.02100000000002</cx:pt>
          <cx:pt idx="614">1037.9290000000001</cx:pt>
          <cx:pt idx="615">1115.2380000000001</cx:pt>
          <cx:pt idx="616">1013.019</cx:pt>
          <cx:pt idx="617">1064.9770000000001</cx:pt>
          <cx:pt idx="618">1038.318</cx:pt>
          <cx:pt idx="619">1167.759</cx:pt>
          <cx:pt idx="620">463.32100000000003</cx:pt>
          <cx:pt idx="621">1250.655</cx:pt>
          <cx:pt idx="622">865.65800000000002</cx:pt>
          <cx:pt idx="623">505.24799999999999</cx:pt>
          <cx:pt idx="624">941.88999999999999</cx:pt>
          <cx:pt idx="625">980.303</cx:pt>
          <cx:pt idx="626">1115.6089999999999</cx:pt>
          <cx:pt idx="627">1146.8409999999999</cx:pt>
          <cx:pt idx="628">920.48800000000006</cx:pt>
          <cx:pt idx="629">1134.0989999999999</cx:pt>
          <cx:pt idx="630">1038.0840000000001</cx:pt>
          <cx:pt idx="631">191.827</cx:pt>
          <cx:pt idx="632">799.82000000000005</cx:pt>
          <cx:pt idx="633">648.86000000000001</cx:pt>
          <cx:pt idx="634">540.32600000000002</cx:pt>
          <cx:pt idx="635">1257.8430000000001</cx:pt>
          <cx:pt idx="636">1331.4939999999999</cx:pt>
          <cx:pt idx="637">1208.432</cx:pt>
          <cx:pt idx="638">336.88299999999998</cx:pt>
          <cx:pt idx="639">1216.1369999999999</cx:pt>
          <cx:pt idx="640">1235.787</cx:pt>
          <cx:pt idx="641">1286.319</cx:pt>
          <cx:pt idx="642">1143.789</cx:pt>
          <cx:pt idx="643">1209.991</cx:pt>
          <cx:pt idx="644">1328.1559999999999</cx:pt>
          <cx:pt idx="645">336.25900000000001</cx:pt>
          <cx:pt idx="646">1285.9480000000001</cx:pt>
          <cx:pt idx="647">1280.097</cx:pt>
          <cx:pt idx="648">1094.5509999999999</cx:pt>
          <cx:pt idx="649">1788.2170000000001</cx:pt>
          <cx:pt idx="650">1211.114</cx:pt>
          <cx:pt idx="651">715.67899999999997</cx:pt>
          <cx:pt idx="652">1498.203</cx:pt>
          <cx:pt idx="653">1431.6410000000001</cx:pt>
          <cx:pt idx="654">1008.21</cx:pt>
          <cx:pt idx="655">800.94600000000003</cx:pt>
          <cx:pt idx="656">1638.473</cx:pt>
          <cx:pt idx="657">1727.7719999999999</cx:pt>
          <cx:pt idx="658">1042.9780000000001</cx:pt>
          <cx:pt idx="659">1447.0070000000001</cx:pt>
          <cx:pt idx="660">1747.2059999999999</cx:pt>
          <cx:pt idx="661">1850.9970000000001</cx:pt>
          <cx:pt idx="662">1156.4739999999999</cx:pt>
          <cx:pt idx="663">857.17200000000003</cx:pt>
          <cx:pt idx="664">940.64300000000003</cx:pt>
          <cx:pt idx="665">1932.1099999999999</cx:pt>
          <cx:pt idx="666">155.113</cx:pt>
          <cx:pt idx="667">1134.278</cx:pt>
          <cx:pt idx="668">1192.9749999999999</cx:pt>
          <cx:pt idx="669">2378.5650000000001</cx:pt>
          <cx:pt idx="670">1225.6400000000001</cx:pt>
          <cx:pt idx="671">1998.4580000000001</cx:pt>
          <cx:pt idx="672">1118.8710000000001</cx:pt>
          <cx:pt idx="673">520.98800000000006</cx:pt>
          <cx:pt idx="674">1998.3320000000001</cx:pt>
          <cx:pt idx="675">1772.0609999999999</cx:pt>
          <cx:pt idx="676">2435.4789999999998</cx:pt>
          <cx:pt idx="677">2724.877</cx:pt>
          <cx:pt idx="678">2495.6370000000002</cx:pt>
          <cx:pt idx="679">1274.008</cx:pt>
          <cx:pt idx="680">1727.3440000000001</cx:pt>
          <cx:pt idx="681">2801.3220000000001</cx:pt>
          <cx:pt idx="682">858.29600000000005</cx:pt>
          <cx:pt idx="683">2254.8710000000001</cx:pt>
          <cx:pt idx="684">968.08299999999997</cx:pt>
          <cx:pt idx="685">2081.8319999999999</cx:pt>
          <cx:pt idx="686">3085.277</cx:pt>
          <cx:pt idx="687">1723.7249999999999</cx:pt>
          <cx:pt idx="688">803.76599999999996</cx:pt>
          <cx:pt idx="689">2064.1370000000002</cx:pt>
          <cx:pt idx="690">3755.5920000000001</cx:pt>
          <cx:pt idx="691">1393.585</cx:pt>
          <cx:pt idx="692">2303.471</cx:pt>
          <cx:pt idx="693">1532.7349999999999</cx:pt>
          <cx:pt idx="694">1145.0899999999999</cx:pt>
          <cx:pt idx="695">3998.444</cx:pt>
          <cx:pt idx="696">3071.413</cx:pt>
          <cx:pt idx="697">4067.9209999999998</cx:pt>
          <cx:pt idx="698">3328.8400000000001</cx:pt>
          <cx:pt idx="699">2280.4349999999999</cx:pt>
          <cx:pt idx="700">1753.5170000000001</cx:pt>
          <cx:pt idx="701">3706.3380000000002</cx:pt>
          <cx:pt idx="702">1221.3510000000001</cx:pt>
          <cx:pt idx="703">2336.558</cx:pt>
          <cx:pt idx="704">4194.652</cx:pt>
          <cx:pt idx="705">1105.539</cx:pt>
          <cx:pt idx="706">3131.4000000000001</cx:pt>
          <cx:pt idx="707">6293.7820000000002</cx:pt>
          <cx:pt idx="708">1235.249</cx:pt>
          <cx:pt idx="709">6208.2340000000004</cx:pt>
          <cx:pt idx="710">1186.1489999999999</cx:pt>
          <cx:pt idx="711">8584.2559999999994</cx:pt>
          <cx:pt idx="712">10728.224</cx:pt>
          <cx:pt idx="713">11148.343000000001</cx:pt>
          <cx:pt idx="714">3329.4780000000001</cx:pt>
          <cx:pt idx="715">12305.471</cx:pt>
          <cx:pt idx="716">18473.306</cx:pt>
        </cx:lvl>
      </cx:numDim>
    </cx:data>
  </cx:chartData>
  <cx:chart>
    <cx:title pos="t" align="ctr" overlay="0">
      <cx:tx>
        <cx:txData>
          <cx:v>Volume</cx:v>
        </cx:txData>
      </cx:tx>
      <cx:txPr>
        <a:bodyPr spcFirstLastPara="1" vertOverflow="ellipsis" horzOverflow="overflow" wrap="square" lIns="0" tIns="0" rIns="0" bIns="0" anchor="ctr" anchorCtr="1"/>
        <a:lstStyle/>
        <a:p>
          <a:pPr algn="ctr" rtl="0">
            <a:defRPr/>
          </a:pPr>
          <a:r>
            <a:rPr lang="en-US" sz="1400" b="0" i="0" u="none" strike="noStrike" baseline="0">
              <a:solidFill>
                <a:sysClr val="windowText" lastClr="000000">
                  <a:lumMod val="65000"/>
                  <a:lumOff val="35000"/>
                </a:sysClr>
              </a:solidFill>
              <a:latin typeface="Aptos Narrow" panose="02110004020202020204"/>
            </a:rPr>
            <a:t>Volume</a:t>
          </a:r>
        </a:p>
      </cx:txPr>
    </cx:title>
    <cx:plotArea>
      <cx:plotAreaRegion>
        <cx:series layoutId="clusteredColumn" uniqueId="{0E17DBA2-897A-48F5-806F-43334D93EEC5}">
          <cx:tx>
            <cx:txData>
              <cx:f>'no leave edited'!$C$1</cx:f>
              <cx:v>Volume (mm³)</cx:v>
            </cx:txData>
          </cx:tx>
          <cx:dataLabels/>
          <cx:dataId val="0"/>
          <cx:layoutPr>
            <cx:binning intervalClosed="r" underflow="0" overflow="3000">
              <cx:binCount val="30"/>
            </cx:binning>
          </cx:layoutPr>
        </cx:series>
      </cx:plotAreaRegion>
      <cx:axis id="0">
        <cx:catScaling gapWidth="0"/>
        <cx:tickLabels/>
        <cx:numFmt formatCode="#,##0" sourceLinked="0"/>
      </cx:axis>
      <cx:axis id="1">
        <cx:valScaling/>
        <cx:majorGridlines/>
        <cx:tickLabels/>
      </cx:axis>
    </cx:plotArea>
  </cx:chart>
</cx:chartSpace>
</file>

<file path=ppt/charts/chartEx20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numDim type="val">
        <cx:f>'no leave edited'!$D$2:$D$719</cx:f>
        <cx:lvl ptCount="718" formatCode="General">
          <cx:pt idx="0">53.587000000000003</cx:pt>
          <cx:pt idx="1">56.393000000000001</cx:pt>
          <cx:pt idx="2">39.720999999999997</cx:pt>
          <cx:pt idx="3">46.090000000000003</cx:pt>
          <cx:pt idx="4">59.124000000000002</cx:pt>
          <cx:pt idx="5">60.024999999999999</cx:pt>
          <cx:pt idx="6">47.707999999999998</cx:pt>
          <cx:pt idx="7">51.369999999999997</cx:pt>
          <cx:pt idx="8">87.936000000000007</cx:pt>
          <cx:pt idx="9">48.787999999999997</cx:pt>
          <cx:pt idx="10">63.298000000000002</cx:pt>
          <cx:pt idx="11">77.034000000000006</cx:pt>
          <cx:pt idx="12">62.25</cx:pt>
          <cx:pt idx="13">85.704999999999998</cx:pt>
          <cx:pt idx="14">57.542999999999999</cx:pt>
          <cx:pt idx="15">52.628</cx:pt>
          <cx:pt idx="16">116.217</cx:pt>
          <cx:pt idx="17">119.876</cx:pt>
          <cx:pt idx="18">64.105000000000004</cx:pt>
          <cx:pt idx="19">85.332999999999998</cx:pt>
          <cx:pt idx="20">103.979</cx:pt>
          <cx:pt idx="21">88.878</cx:pt>
          <cx:pt idx="22">50.034999999999997</cx:pt>
          <cx:pt idx="23">71.474000000000004</cx:pt>
          <cx:pt idx="24">73.433000000000007</cx:pt>
          <cx:pt idx="25">49.752000000000002</cx:pt>
          <cx:pt idx="26">38.107999999999997</cx:pt>
          <cx:pt idx="27">163.423</cx:pt>
          <cx:pt idx="28">107.532</cx:pt>
          <cx:pt idx="29">78.887</cx:pt>
          <cx:pt idx="30">52.322000000000003</cx:pt>
          <cx:pt idx="31">104.069</cx:pt>
          <cx:pt idx="32">100.992</cx:pt>
          <cx:pt idx="33">67.203000000000003</cx:pt>
          <cx:pt idx="34">43.609000000000002</cx:pt>
          <cx:pt idx="35">44.295999999999999</cx:pt>
          <cx:pt idx="36">95.587999999999994</cx:pt>
          <cx:pt idx="37">96.703000000000003</cx:pt>
          <cx:pt idx="38">51.167000000000002</cx:pt>
          <cx:pt idx="39">97.506</cx:pt>
          <cx:pt idx="40">64.215999999999994</cx:pt>
          <cx:pt idx="41">63.067999999999998</cx:pt>
          <cx:pt idx="42">83.171000000000006</cx:pt>
          <cx:pt idx="43">145.721</cx:pt>
          <cx:pt idx="44">149.68700000000001</cx:pt>
          <cx:pt idx="45">79.780000000000001</cx:pt>
          <cx:pt idx="46">77.822999999999993</cx:pt>
          <cx:pt idx="47">45.337000000000003</cx:pt>
          <cx:pt idx="48">147.316</cx:pt>
          <cx:pt idx="49">80.936999999999998</cx:pt>
          <cx:pt idx="50">89.102000000000004</cx:pt>
          <cx:pt idx="51">100.571</cx:pt>
          <cx:pt idx="52">89.802999999999997</cx:pt>
          <cx:pt idx="53">107.367</cx:pt>
          <cx:pt idx="54">79.962000000000003</cx:pt>
          <cx:pt idx="55">86.451999999999998</cx:pt>
          <cx:pt idx="56">53.482999999999997</cx:pt>
          <cx:pt idx="57">49.243000000000002</cx:pt>
          <cx:pt idx="58">71.673000000000002</cx:pt>
          <cx:pt idx="59">127.51600000000001</cx:pt>
          <cx:pt idx="60">107.43600000000001</cx:pt>
          <cx:pt idx="61">51.244</cx:pt>
          <cx:pt idx="62">104.61</cx:pt>
          <cx:pt idx="63">138.256</cx:pt>
          <cx:pt idx="64">117.86</cx:pt>
          <cx:pt idx="65">83.427000000000007</cx:pt>
          <cx:pt idx="66">69.278999999999996</cx:pt>
          <cx:pt idx="67">133.042</cx:pt>
          <cx:pt idx="68">194.179</cx:pt>
          <cx:pt idx="69">120.474</cx:pt>
          <cx:pt idx="70">142.876</cx:pt>
          <cx:pt idx="71">153.78299999999999</cx:pt>
          <cx:pt idx="72">108.902</cx:pt>
          <cx:pt idx="73">81.766999999999996</cx:pt>
          <cx:pt idx="74">84.262</cx:pt>
          <cx:pt idx="75">130.63200000000001</cx:pt>
          <cx:pt idx="76">129.125</cx:pt>
          <cx:pt idx="77">73.552000000000007</cx:pt>
          <cx:pt idx="78">144.67500000000001</cx:pt>
          <cx:pt idx="79">108.634</cx:pt>
          <cx:pt idx="80">104.384</cx:pt>
          <cx:pt idx="81">87.483999999999995</cx:pt>
          <cx:pt idx="82">77.959999999999994</cx:pt>
          <cx:pt idx="83">108.996</cx:pt>
          <cx:pt idx="84">121.633</cx:pt>
          <cx:pt idx="85">119.443</cx:pt>
          <cx:pt idx="86">101.895</cx:pt>
          <cx:pt idx="87">75.658000000000001</cx:pt>
          <cx:pt idx="88">127.664</cx:pt>
          <cx:pt idx="89">117.789</cx:pt>
          <cx:pt idx="90">115.871</cx:pt>
          <cx:pt idx="91">138.083</cx:pt>
          <cx:pt idx="92">98.191000000000003</cx:pt>
          <cx:pt idx="93">117.38200000000001</cx:pt>
          <cx:pt idx="94">101.05800000000001</cx:pt>
          <cx:pt idx="95">81.691000000000003</cx:pt>
          <cx:pt idx="96">101.364</cx:pt>
          <cx:pt idx="97">127.47799999999999</cx:pt>
          <cx:pt idx="98">185.077</cx:pt>
          <cx:pt idx="99">217.965</cx:pt>
          <cx:pt idx="100">123.833</cx:pt>
          <cx:pt idx="101">157.99299999999999</cx:pt>
          <cx:pt idx="102">165.90199999999999</cx:pt>
          <cx:pt idx="103">138.34800000000001</cx:pt>
          <cx:pt idx="104">123.188</cx:pt>
          <cx:pt idx="105">94.784999999999997</cx:pt>
          <cx:pt idx="106">133.566</cx:pt>
          <cx:pt idx="107">126.52800000000001</cx:pt>
          <cx:pt idx="108">64.716999999999999</cx:pt>
          <cx:pt idx="109">112.502</cx:pt>
          <cx:pt idx="110">78.867000000000004</cx:pt>
          <cx:pt idx="111">105.806</cx:pt>
          <cx:pt idx="112">187.745</cx:pt>
          <cx:pt idx="113">134.93799999999999</cx:pt>
          <cx:pt idx="114">57.060000000000002</cx:pt>
          <cx:pt idx="115">106.006</cx:pt>
          <cx:pt idx="116">207.32499999999999</cx:pt>
          <cx:pt idx="117">115.172</cx:pt>
          <cx:pt idx="118">104.05</cx:pt>
          <cx:pt idx="119">218.68700000000001</cx:pt>
          <cx:pt idx="120">207.86099999999999</cx:pt>
          <cx:pt idx="121">190.96700000000001</cx:pt>
          <cx:pt idx="122">119.247</cx:pt>
          <cx:pt idx="123">119.529</cx:pt>
          <cx:pt idx="124">103.081</cx:pt>
          <cx:pt idx="125">152.072</cx:pt>
          <cx:pt idx="126">115.84099999999999</cx:pt>
          <cx:pt idx="127">138.72300000000001</cx:pt>
          <cx:pt idx="128">181.249</cx:pt>
          <cx:pt idx="129">168.03</cx:pt>
          <cx:pt idx="130">150.696</cx:pt>
          <cx:pt idx="131">105.86499999999999</cx:pt>
          <cx:pt idx="132">110.678</cx:pt>
          <cx:pt idx="133">135.274</cx:pt>
          <cx:pt idx="134">154.42400000000001</cx:pt>
          <cx:pt idx="135">108.113</cx:pt>
          <cx:pt idx="136">163.864</cx:pt>
          <cx:pt idx="137">203.91300000000001</cx:pt>
          <cx:pt idx="138">119.499</cx:pt>
          <cx:pt idx="139">178.84</cx:pt>
          <cx:pt idx="140">104.301</cx:pt>
          <cx:pt idx="141">112.43600000000001</cx:pt>
          <cx:pt idx="142">208.839</cx:pt>
          <cx:pt idx="143">114.50700000000001</cx:pt>
          <cx:pt idx="144">219.10499999999999</cx:pt>
          <cx:pt idx="145">179.16300000000001</cx:pt>
          <cx:pt idx="146">153.91499999999999</cx:pt>
          <cx:pt idx="147">107.94</cx:pt>
          <cx:pt idx="148">205.35499999999999</cx:pt>
          <cx:pt idx="149">131.83000000000001</cx:pt>
          <cx:pt idx="150">113.262</cx:pt>
          <cx:pt idx="151">189.637</cx:pt>
          <cx:pt idx="152">217.577</cx:pt>
          <cx:pt idx="153">144.38999999999999</cx:pt>
          <cx:pt idx="154">159.22399999999999</cx:pt>
          <cx:pt idx="155">147.631</cx:pt>
          <cx:pt idx="156">137.02000000000001</cx:pt>
          <cx:pt idx="157">189.244</cx:pt>
          <cx:pt idx="158">109.873</cx:pt>
          <cx:pt idx="159">129.179</cx:pt>
          <cx:pt idx="160">237.63999999999999</cx:pt>
          <cx:pt idx="161">126.68899999999999</cx:pt>
          <cx:pt idx="162">321.69499999999999</cx:pt>
          <cx:pt idx="163">137.965</cx:pt>
          <cx:pt idx="164">121.364</cx:pt>
          <cx:pt idx="165">165.203</cx:pt>
          <cx:pt idx="166">219.61000000000001</cx:pt>
          <cx:pt idx="167">124.702</cx:pt>
          <cx:pt idx="168">183.70599999999999</cx:pt>
          <cx:pt idx="169">190.83699999999999</cx:pt>
          <cx:pt idx="170">162.036</cx:pt>
          <cx:pt idx="171">247.52199999999999</cx:pt>
          <cx:pt idx="172">218.41999999999999</cx:pt>
          <cx:pt idx="173">206.20500000000001</cx:pt>
          <cx:pt idx="174">125.815</cx:pt>
          <cx:pt idx="175">134.642</cx:pt>
          <cx:pt idx="176">168.29599999999999</cx:pt>
          <cx:pt idx="177">100.185</cx:pt>
          <cx:pt idx="178">129.495</cx:pt>
          <cx:pt idx="179">138.62299999999999</cx:pt>
          <cx:pt idx="180">181.285</cx:pt>
          <cx:pt idx="181">192.44800000000001</cx:pt>
          <cx:pt idx="182">133.91300000000001</cx:pt>
          <cx:pt idx="183">164.03800000000001</cx:pt>
          <cx:pt idx="184">334.14100000000002</cx:pt>
          <cx:pt idx="185">165.566</cx:pt>
          <cx:pt idx="186">166.751</cx:pt>
          <cx:pt idx="187">113.752</cx:pt>
          <cx:pt idx="188">214.374</cx:pt>
          <cx:pt idx="189">228.15000000000001</cx:pt>
          <cx:pt idx="190">164.70400000000001</cx:pt>
          <cx:pt idx="191">118.212</cx:pt>
          <cx:pt idx="192">251.77199999999999</cx:pt>
          <cx:pt idx="193">201.66999999999999</cx:pt>
          <cx:pt idx="194">250.75999999999999</cx:pt>
          <cx:pt idx="195">155.19900000000001</cx:pt>
          <cx:pt idx="196">102.5</cx:pt>
          <cx:pt idx="197">114.154</cx:pt>
          <cx:pt idx="198">228.53299999999999</cx:pt>
          <cx:pt idx="199">420.25200000000001</cx:pt>
          <cx:pt idx="200">149.405</cx:pt>
          <cx:pt idx="201">105.69199999999999</cx:pt>
          <cx:pt idx="202">191.28100000000001</cx:pt>
          <cx:pt idx="203">173.661</cx:pt>
          <cx:pt idx="204">242.584</cx:pt>
          <cx:pt idx="205">165.792</cx:pt>
          <cx:pt idx="206">174.767</cx:pt>
          <cx:pt idx="207">159.17699999999999</cx:pt>
          <cx:pt idx="208">336.84500000000003</cx:pt>
          <cx:pt idx="209">236.196</cx:pt>
          <cx:pt idx="210">219.75200000000001</cx:pt>
          <cx:pt idx="211">212.97300000000001</cx:pt>
          <cx:pt idx="212">178.983</cx:pt>
          <cx:pt idx="213">182.46899999999999</cx:pt>
          <cx:pt idx="214">169.47300000000001</cx:pt>
          <cx:pt idx="215">198.16399999999999</cx:pt>
          <cx:pt idx="216">258.83499999999998</cx:pt>
          <cx:pt idx="217">323.952</cx:pt>
          <cx:pt idx="218">215.56100000000001</cx:pt>
          <cx:pt idx="219">153.56800000000001</cx:pt>
          <cx:pt idx="220">280.07299999999998</cx:pt>
          <cx:pt idx="221">204.44900000000001</cx:pt>
          <cx:pt idx="222">271.09399999999999</cx:pt>
          <cx:pt idx="223">177.059</cx:pt>
          <cx:pt idx="224">215.08699999999999</cx:pt>
          <cx:pt idx="225">291.17000000000002</cx:pt>
          <cx:pt idx="226">220.19900000000001</cx:pt>
          <cx:pt idx="227">179.505</cx:pt>
          <cx:pt idx="228">257.11099999999999</cx:pt>
          <cx:pt idx="229">232.75200000000001</cx:pt>
          <cx:pt idx="230">181.208</cx:pt>
          <cx:pt idx="231">223.37100000000001</cx:pt>
          <cx:pt idx="232">155.31800000000001</cx:pt>
          <cx:pt idx="233">246.369</cx:pt>
          <cx:pt idx="234">209.94200000000001</cx:pt>
          <cx:pt idx="235">185.83699999999999</cx:pt>
          <cx:pt idx="236">188.267</cx:pt>
          <cx:pt idx="237">230.34999999999999</cx:pt>
          <cx:pt idx="238">152.44200000000001</cx:pt>
          <cx:pt idx="239">180.79499999999999</cx:pt>
          <cx:pt idx="240">161.93299999999999</cx:pt>
          <cx:pt idx="241">149.50800000000001</cx:pt>
          <cx:pt idx="242">215.708</cx:pt>
          <cx:pt idx="243">151.53800000000001</cx:pt>
          <cx:pt idx="244">137.202</cx:pt>
          <cx:pt idx="245">164.797</cx:pt>
          <cx:pt idx="246">163.98500000000001</cx:pt>
          <cx:pt idx="247">292.68099999999998</cx:pt>
          <cx:pt idx="248">180.78800000000001</cx:pt>
          <cx:pt idx="249">179.02099999999999</cx:pt>
          <cx:pt idx="250">504.53399999999999</cx:pt>
          <cx:pt idx="251">274.00900000000001</cx:pt>
          <cx:pt idx="252">176.83699999999999</cx:pt>
          <cx:pt idx="253">203.18700000000001</cx:pt>
          <cx:pt idx="254">228.50399999999999</cx:pt>
          <cx:pt idx="255">299.10899999999998</cx:pt>
          <cx:pt idx="256">230.20400000000001</cx:pt>
          <cx:pt idx="257">238.16</cx:pt>
          <cx:pt idx="258">212.22200000000001</cx:pt>
          <cx:pt idx="259">235.77000000000001</cx:pt>
          <cx:pt idx="260">188.46000000000001</cx:pt>
          <cx:pt idx="261">196.58199999999999</cx:pt>
          <cx:pt idx="262">163.31200000000001</cx:pt>
          <cx:pt idx="263">137.54900000000001</cx:pt>
          <cx:pt idx="264">156.41999999999999</cx:pt>
          <cx:pt idx="265">268.178</cx:pt>
          <cx:pt idx="266">125.925</cx:pt>
          <cx:pt idx="267">174.67400000000001</cx:pt>
          <cx:pt idx="268">236.363</cx:pt>
          <cx:pt idx="269">199.82900000000001</cx:pt>
          <cx:pt idx="270">163.56899999999999</cx:pt>
          <cx:pt idx="271">154.81999999999999</cx:pt>
          <cx:pt idx="272">206.48500000000001</cx:pt>
          <cx:pt idx="273">305.73399999999998</cx:pt>
          <cx:pt idx="274">200.864</cx:pt>
          <cx:pt idx="275">234.43299999999999</cx:pt>
          <cx:pt idx="276">317.37</cx:pt>
          <cx:pt idx="277">199.94999999999999</cx:pt>
          <cx:pt idx="278">178.108</cx:pt>
          <cx:pt idx="279">240.09</cx:pt>
          <cx:pt idx="280">310.33499999999998</cx:pt>
          <cx:pt idx="281">169.24600000000001</cx:pt>
          <cx:pt idx="282">234.249</cx:pt>
          <cx:pt idx="283">179.90199999999999</cx:pt>
          <cx:pt idx="284">230.20699999999999</cx:pt>
          <cx:pt idx="285">227.001</cx:pt>
          <cx:pt idx="286">214.15799999999999</cx:pt>
          <cx:pt idx="287">145.71600000000001</cx:pt>
          <cx:pt idx="288">199.42599999999999</cx:pt>
          <cx:pt idx="289">248.785</cx:pt>
          <cx:pt idx="290">199.43000000000001</cx:pt>
          <cx:pt idx="291">190.91300000000001</cx:pt>
          <cx:pt idx="292">197.90799999999999</cx:pt>
          <cx:pt idx="293">313.154</cx:pt>
          <cx:pt idx="294">519.90499999999997</cx:pt>
          <cx:pt idx="295">141.745</cx:pt>
          <cx:pt idx="296">166.09899999999999</cx:pt>
          <cx:pt idx="297">129.40000000000001</cx:pt>
          <cx:pt idx="298">272.226</cx:pt>
          <cx:pt idx="299">263.64699999999999</cx:pt>
          <cx:pt idx="300">249.625</cx:pt>
          <cx:pt idx="301">331.69</cx:pt>
          <cx:pt idx="302">237.68199999999999</cx:pt>
          <cx:pt idx="303">319.20100000000002</cx:pt>
          <cx:pt idx="304">337.10300000000001</cx:pt>
          <cx:pt idx="305">209.09999999999999</cx:pt>
          <cx:pt idx="306">397.70400000000001</cx:pt>
          <cx:pt idx="307">312.39999999999998</cx:pt>
          <cx:pt idx="308">189.36699999999999</cx:pt>
          <cx:pt idx="309">197.809</cx:pt>
          <cx:pt idx="310">260.43000000000001</cx:pt>
          <cx:pt idx="311">245.90700000000001</cx:pt>
          <cx:pt idx="312">154.82499999999999</cx:pt>
          <cx:pt idx="313">295.23899999999998</cx:pt>
          <cx:pt idx="314">212.26300000000001</cx:pt>
          <cx:pt idx="315">229.172</cx:pt>
          <cx:pt idx="316">154.63499999999999</cx:pt>
          <cx:pt idx="317">399.86900000000003</cx:pt>
          <cx:pt idx="318">215.88499999999999</cx:pt>
          <cx:pt idx="319">258.964</cx:pt>
          <cx:pt idx="320">231.96000000000001</cx:pt>
          <cx:pt idx="321">245.078</cx:pt>
          <cx:pt idx="322">263.66500000000002</cx:pt>
          <cx:pt idx="323">261.53399999999999</cx:pt>
          <cx:pt idx="324">238.33500000000001</cx:pt>
          <cx:pt idx="325">246.46700000000001</cx:pt>
          <cx:pt idx="326">227.459</cx:pt>
          <cx:pt idx="327">229.68000000000001</cx:pt>
          <cx:pt idx="328">245.80099999999999</cx:pt>
          <cx:pt idx="329">174.61500000000001</cx:pt>
          <cx:pt idx="330">215.48500000000001</cx:pt>
          <cx:pt idx="331">278.89600000000002</cx:pt>
          <cx:pt idx="332">274.00799999999998</cx:pt>
          <cx:pt idx="333">262.685</cx:pt>
          <cx:pt idx="334">244.53100000000001</cx:pt>
          <cx:pt idx="335">329.90199999999999</cx:pt>
          <cx:pt idx="336">193.721</cx:pt>
          <cx:pt idx="337">450.89100000000002</cx:pt>
          <cx:pt idx="338">252.41200000000001</cx:pt>
          <cx:pt idx="339">269.96699999999998</cx:pt>
          <cx:pt idx="340">278.87400000000002</cx:pt>
          <cx:pt idx="341">319.40600000000001</cx:pt>
          <cx:pt idx="342">189.57499999999999</cx:pt>
          <cx:pt idx="343">271.70400000000001</cx:pt>
          <cx:pt idx="344">260.03399999999999</cx:pt>
          <cx:pt idx="345">164.02799999999999</cx:pt>
          <cx:pt idx="346">268.65499999999997</cx:pt>
          <cx:pt idx="347">317.07100000000003</cx:pt>
          <cx:pt idx="348">237.35599999999999</cx:pt>
          <cx:pt idx="349">220.904</cx:pt>
          <cx:pt idx="350">252.905</cx:pt>
          <cx:pt idx="351">324.19099999999997</cx:pt>
          <cx:pt idx="352">242.398</cx:pt>
          <cx:pt idx="353">584.88300000000004</cx:pt>
          <cx:pt idx="354">222.21799999999999</cx:pt>
          <cx:pt idx="355">389.33100000000002</cx:pt>
          <cx:pt idx="356">413.34199999999998</cx:pt>
          <cx:pt idx="357">285.41699999999997</cx:pt>
          <cx:pt idx="358">259.94999999999999</cx:pt>
          <cx:pt idx="359">232.87</cx:pt>
          <cx:pt idx="360">414.78100000000001</cx:pt>
          <cx:pt idx="361">292.93200000000002</cx:pt>
          <cx:pt idx="362">217.92500000000001</cx:pt>
          <cx:pt idx="363">250.19</cx:pt>
          <cx:pt idx="364">232.03899999999999</cx:pt>
          <cx:pt idx="365">301.95400000000001</cx:pt>
          <cx:pt idx="366">392.04899999999998</cx:pt>
          <cx:pt idx="367">326.61099999999999</cx:pt>
          <cx:pt idx="368">182.56999999999999</cx:pt>
          <cx:pt idx="369">282.07799999999997</cx:pt>
          <cx:pt idx="370">223.20599999999999</cx:pt>
          <cx:pt idx="371">235.16999999999999</cx:pt>
          <cx:pt idx="372">243.53299999999999</cx:pt>
          <cx:pt idx="373">234.99100000000001</cx:pt>
          <cx:pt idx="374">260.05099999999999</cx:pt>
          <cx:pt idx="375">298.447</cx:pt>
          <cx:pt idx="376">371.94999999999999</cx:pt>
          <cx:pt idx="377">371.90600000000001</cx:pt>
          <cx:pt idx="378">211.43700000000001</cx:pt>
          <cx:pt idx="379">302.28899999999999</cx:pt>
          <cx:pt idx="380">280.74799999999999</cx:pt>
          <cx:pt idx="381">316.86700000000002</cx:pt>
          <cx:pt idx="382">352.03300000000002</cx:pt>
          <cx:pt idx="383">351.21899999999999</cx:pt>
          <cx:pt idx="384">316.77699999999999</cx:pt>
          <cx:pt idx="385">176.81800000000001</cx:pt>
          <cx:pt idx="386">301.34300000000002</cx:pt>
          <cx:pt idx="387">345.66500000000002</cx:pt>
          <cx:pt idx="388">316.483</cx:pt>
          <cx:pt idx="389">699.072</cx:pt>
          <cx:pt idx="390">152.28100000000001</cx:pt>
          <cx:pt idx="391">254.89099999999999</cx:pt>
          <cx:pt idx="392">301.01799999999997</cx:pt>
          <cx:pt idx="393">242.72300000000001</cx:pt>
          <cx:pt idx="394">289.21800000000002</cx:pt>
          <cx:pt idx="395">206.99600000000001</cx:pt>
          <cx:pt idx="396">193.773</cx:pt>
          <cx:pt idx="397">459.27999999999997</cx:pt>
          <cx:pt idx="398">250.43199999999999</cx:pt>
          <cx:pt idx="399">355.61200000000002</cx:pt>
          <cx:pt idx="400">311.62400000000002</cx:pt>
          <cx:pt idx="401">245.03999999999999</cx:pt>
          <cx:pt idx="402">322.18200000000002</cx:pt>
          <cx:pt idx="403">352.19400000000002</cx:pt>
          <cx:pt idx="404">333.077</cx:pt>
          <cx:pt idx="405">428.85599999999999</cx:pt>
          <cx:pt idx="406">250.68799999999999</cx:pt>
          <cx:pt idx="407">511.755</cx:pt>
          <cx:pt idx="408">231.73699999999999</cx:pt>
          <cx:pt idx="409">288.37900000000002</cx:pt>
          <cx:pt idx="410">410.14600000000002</cx:pt>
          <cx:pt idx="411">293.75200000000001</cx:pt>
          <cx:pt idx="412">473.69</cx:pt>
          <cx:pt idx="413">237.06399999999999</cx:pt>
          <cx:pt idx="414">393.226</cx:pt>
          <cx:pt idx="415">329.45499999999998</cx:pt>
          <cx:pt idx="416">643.53499999999997</cx:pt>
          <cx:pt idx="417">256.88299999999998</cx:pt>
          <cx:pt idx="418">346.815</cx:pt>
          <cx:pt idx="419">760.48299999999995</cx:pt>
          <cx:pt idx="420">373.54899999999998</cx:pt>
          <cx:pt idx="421">396.91000000000003</cx:pt>
          <cx:pt idx="422">376.41800000000001</cx:pt>
          <cx:pt idx="423">314.346</cx:pt>
          <cx:pt idx="424">271.26100000000002</cx:pt>
          <cx:pt idx="425">469.67099999999999</cx:pt>
          <cx:pt idx="426">442.66800000000001</cx:pt>
          <cx:pt idx="427">558.21699999999998</cx:pt>
          <cx:pt idx="428">249.33600000000001</cx:pt>
          <cx:pt idx="429">271.66699999999997</cx:pt>
          <cx:pt idx="430">346.70999999999998</cx:pt>
          <cx:pt idx="431">440.00299999999999</cx:pt>
          <cx:pt idx="432">310.59800000000001</cx:pt>
          <cx:pt idx="433">490.846</cx:pt>
          <cx:pt idx="434">508.44600000000003</cx:pt>
          <cx:pt idx="435">407.39600000000002</cx:pt>
          <cx:pt idx="436">362.50200000000001</cx:pt>
          <cx:pt idx="437">561.10000000000002</cx:pt>
          <cx:pt idx="438">300.54199999999997</cx:pt>
          <cx:pt idx="439">281.93299999999999</cx:pt>
          <cx:pt idx="440">241.41999999999999</cx:pt>
          <cx:pt idx="441">417.37200000000001</cx:pt>
          <cx:pt idx="442">351.42200000000003</cx:pt>
          <cx:pt idx="443">409.45600000000002</cx:pt>
          <cx:pt idx="444">386.78199999999998</cx:pt>
          <cx:pt idx="445">491.73399999999998</cx:pt>
          <cx:pt idx="446">373.42599999999999</cx:pt>
          <cx:pt idx="447">374.399</cx:pt>
          <cx:pt idx="448">324.541</cx:pt>
          <cx:pt idx="449">471.86599999999999</cx:pt>
          <cx:pt idx="450">241.904</cx:pt>
          <cx:pt idx="451">344.70499999999998</cx:pt>
          <cx:pt idx="452">715.00999999999999</cx:pt>
          <cx:pt idx="453">362.09699999999998</cx:pt>
          <cx:pt idx="454">284.40499999999997</cx:pt>
          <cx:pt idx="455">309.23700000000002</cx:pt>
          <cx:pt idx="456">705.29100000000005</cx:pt>
          <cx:pt idx="457">662.26700000000005</cx:pt>
          <cx:pt idx="458">371.68400000000003</cx:pt>
          <cx:pt idx="459">306.59300000000002</cx:pt>
          <cx:pt idx="460">335.61500000000001</cx:pt>
          <cx:pt idx="461">410.32600000000002</cx:pt>
          <cx:pt idx="462">456.77300000000002</cx:pt>
          <cx:pt idx="463">355.94799999999998</cx:pt>
          <cx:pt idx="464">511.78300000000002</cx:pt>
          <cx:pt idx="465">492.32299999999998</cx:pt>
          <cx:pt idx="466">360.32900000000001</cx:pt>
          <cx:pt idx="467">276.83100000000002</cx:pt>
          <cx:pt idx="468">442.94900000000001</cx:pt>
          <cx:pt idx="469">447.72300000000001</cx:pt>
          <cx:pt idx="470">506.38900000000001</cx:pt>
          <cx:pt idx="471">412.21300000000002</cx:pt>
          <cx:pt idx="472">365.35599999999999</cx:pt>
          <cx:pt idx="473">449.29700000000003</cx:pt>
          <cx:pt idx="474">388.44200000000001</cx:pt>
          <cx:pt idx="475">343.16000000000003</cx:pt>
          <cx:pt idx="476">382.50700000000001</cx:pt>
          <cx:pt idx="477">439.33600000000001</cx:pt>
          <cx:pt idx="478">747.97799999999995</cx:pt>
          <cx:pt idx="479">656.16800000000001</cx:pt>
          <cx:pt idx="480">423.517</cx:pt>
          <cx:pt idx="481">505.166</cx:pt>
          <cx:pt idx="482">443.68599999999998</cx:pt>
          <cx:pt idx="483">278.38600000000002</cx:pt>
          <cx:pt idx="484">510.791</cx:pt>
          <cx:pt idx="485">475.27800000000002</cx:pt>
          <cx:pt idx="486">454.44299999999998</cx:pt>
          <cx:pt idx="487">534.70699999999999</cx:pt>
          <cx:pt idx="488">491.97899999999998</cx:pt>
          <cx:pt idx="489">448.02999999999997</cx:pt>
          <cx:pt idx="490">574.08600000000001</cx:pt>
          <cx:pt idx="491">610.41099999999994</cx:pt>
          <cx:pt idx="492">350.678</cx:pt>
          <cx:pt idx="493">382.51900000000001</cx:pt>
          <cx:pt idx="494">546.83199999999999</cx:pt>
          <cx:pt idx="495">315.18400000000003</cx:pt>
          <cx:pt idx="496">380.81200000000001</cx:pt>
          <cx:pt idx="497">585.77999999999997</cx:pt>
          <cx:pt idx="498">337.572</cx:pt>
          <cx:pt idx="499">353.41399999999999</cx:pt>
          <cx:pt idx="500">445.27300000000002</cx:pt>
          <cx:pt idx="501">299.839</cx:pt>
          <cx:pt idx="502">410.32600000000002</cx:pt>
          <cx:pt idx="503">407.50799999999998</cx:pt>
          <cx:pt idx="504">472.86500000000001</cx:pt>
          <cx:pt idx="505">659.51700000000005</cx:pt>
          <cx:pt idx="506">441.512</cx:pt>
          <cx:pt idx="507">451.42000000000002</cx:pt>
          <cx:pt idx="508">807.375</cx:pt>
          <cx:pt idx="509">529.78999999999996</cx:pt>
          <cx:pt idx="510">476.78500000000003</cx:pt>
          <cx:pt idx="511">520.91999999999996</cx:pt>
          <cx:pt idx="512">410.32600000000002</cx:pt>
          <cx:pt idx="513">461.45299999999997</cx:pt>
          <cx:pt idx="514">456.91300000000001</cx:pt>
          <cx:pt idx="515">645.20899999999995</cx:pt>
          <cx:pt idx="516">626.69500000000005</cx:pt>
          <cx:pt idx="517">554.52999999999997</cx:pt>
          <cx:pt idx="518">341.91399999999999</cx:pt>
          <cx:pt idx="519">771.66999999999996</cx:pt>
          <cx:pt idx="520">532.505</cx:pt>
          <cx:pt idx="521">596.024</cx:pt>
          <cx:pt idx="522">507.21899999999999</cx:pt>
          <cx:pt idx="523">593.851</cx:pt>
          <cx:pt idx="524">542.99300000000005</cx:pt>
          <cx:pt idx="525">450.83999999999997</cx:pt>
          <cx:pt idx="526">741.33299999999997</cx:pt>
          <cx:pt idx="527">485.58199999999999</cx:pt>
          <cx:pt idx="528">442.512</cx:pt>
          <cx:pt idx="529">614.70699999999999</cx:pt>
          <cx:pt idx="530">527.74300000000005</cx:pt>
          <cx:pt idx="531">522.20600000000002</cx:pt>
          <cx:pt idx="532">496.69</cx:pt>
          <cx:pt idx="533">448.36799999999999</cx:pt>
          <cx:pt idx="534">741.41600000000005</cx:pt>
          <cx:pt idx="535">392.185</cx:pt>
          <cx:pt idx="536">745.16700000000003</cx:pt>
          <cx:pt idx="537">451.80099999999999</cx:pt>
          <cx:pt idx="538">687.70799999999997</cx:pt>
          <cx:pt idx="539">516.44200000000001</cx:pt>
          <cx:pt idx="540">369.00200000000001</cx:pt>
          <cx:pt idx="541">468.262</cx:pt>
          <cx:pt idx="542">502.476</cx:pt>
          <cx:pt idx="543">621.755</cx:pt>
          <cx:pt idx="544">358.53399999999999</cx:pt>
          <cx:pt idx="545">481.31700000000001</cx:pt>
          <cx:pt idx="546">517.94600000000003</cx:pt>
          <cx:pt idx="547">362.45400000000001</cx:pt>
          <cx:pt idx="548">416.15100000000001</cx:pt>
          <cx:pt idx="549">520.84500000000003</cx:pt>
          <cx:pt idx="550">553.03499999999997</cx:pt>
          <cx:pt idx="551">829.88400000000001</cx:pt>
          <cx:pt idx="552">474.66199999999998</cx:pt>
          <cx:pt idx="553">545.95799999999997</cx:pt>
          <cx:pt idx="554">658.37</cx:pt>
          <cx:pt idx="555">422.613</cx:pt>
          <cx:pt idx="556">484.93099999999998</cx:pt>
          <cx:pt idx="557">685.19000000000005</cx:pt>
          <cx:pt idx="558">772.38099999999997</cx:pt>
          <cx:pt idx="559">502.54199999999997</cx:pt>
          <cx:pt idx="560">607.69899999999996</cx:pt>
          <cx:pt idx="561">499.18299999999999</cx:pt>
          <cx:pt idx="562">823.94600000000003</cx:pt>
          <cx:pt idx="563">670.09199999999998</cx:pt>
          <cx:pt idx="564">877.05399999999997</cx:pt>
          <cx:pt idx="565">466.84300000000002</cx:pt>
          <cx:pt idx="566">764.44399999999996</cx:pt>
          <cx:pt idx="567">481.89999999999998</cx:pt>
          <cx:pt idx="568">628.41399999999999</cx:pt>
          <cx:pt idx="569">688.49300000000005</cx:pt>
          <cx:pt idx="570">525.65700000000004</cx:pt>
          <cx:pt idx="571">528.48000000000002</cx:pt>
          <cx:pt idx="572">473.815</cx:pt>
          <cx:pt idx="573">973.01400000000001</cx:pt>
          <cx:pt idx="574">607.65499999999997</cx:pt>
          <cx:pt idx="575">523.63499999999999</cx:pt>
          <cx:pt idx="576">931.18799999999999</cx:pt>
          <cx:pt idx="577">883.66899999999998</cx:pt>
          <cx:pt idx="578">583.327</cx:pt>
          <cx:pt idx="579">1219.338</cx:pt>
          <cx:pt idx="580">779.98299999999995</cx:pt>
          <cx:pt idx="581">826.92499999999995</cx:pt>
          <cx:pt idx="582">695.73599999999999</cx:pt>
          <cx:pt idx="583">855.71000000000004</cx:pt>
          <cx:pt idx="584">625.803</cx:pt>
          <cx:pt idx="585">728.90599999999995</cx:pt>
          <cx:pt idx="586">659.89300000000003</cx:pt>
          <cx:pt idx="587">543.05999999999995</cx:pt>
          <cx:pt idx="588">636.68299999999999</cx:pt>
          <cx:pt idx="589">686.11400000000003</cx:pt>
          <cx:pt idx="590">878.36599999999999</cx:pt>
          <cx:pt idx="591">713.30100000000004</cx:pt>
          <cx:pt idx="592">639.44399999999996</cx:pt>
          <cx:pt idx="593">446.92200000000003</cx:pt>
          <cx:pt idx="594">644.27599999999995</cx:pt>
          <cx:pt idx="595">920.41499999999996</cx:pt>
          <cx:pt idx="596">1071.55</cx:pt>
          <cx:pt idx="597">729.04600000000005</cx:pt>
          <cx:pt idx="598">687.09699999999998</cx:pt>
          <cx:pt idx="599">760.67600000000004</cx:pt>
          <cx:pt idx="600">597.65099999999995</cx:pt>
          <cx:pt idx="601">696.75800000000004</cx:pt>
          <cx:pt idx="602">608.13900000000001</cx:pt>
          <cx:pt idx="603">793.16200000000003</cx:pt>
          <cx:pt idx="604">1010.569</cx:pt>
          <cx:pt idx="605">569.78599999999994</cx:pt>
          <cx:pt idx="606">780.31700000000001</cx:pt>
          <cx:pt idx="607">731.22299999999996</cx:pt>
          <cx:pt idx="608">623.46500000000003</cx:pt>
          <cx:pt idx="609">628.226</cx:pt>
          <cx:pt idx="610">734.59900000000005</cx:pt>
          <cx:pt idx="611">892.51800000000003</cx:pt>
          <cx:pt idx="612">564.78899999999999</cx:pt>
          <cx:pt idx="613">723.48199999999997</cx:pt>
          <cx:pt idx="614">974.42200000000003</cx:pt>
          <cx:pt idx="615">877.72299999999996</cx:pt>
          <cx:pt idx="616">922.48400000000004</cx:pt>
          <cx:pt idx="617">1555.348</cx:pt>
          <cx:pt idx="618">1037.0450000000001</cx:pt>
          <cx:pt idx="619">1491.864</cx:pt>
          <cx:pt idx="620">822.83199999999999</cx:pt>
          <cx:pt idx="621">837.21000000000004</cx:pt>
          <cx:pt idx="622">799.57799999999997</cx:pt>
          <cx:pt idx="623">704.44000000000005</cx:pt>
          <cx:pt idx="624">877.44899999999996</cx:pt>
          <cx:pt idx="625">1056.105</cx:pt>
          <cx:pt idx="626">681.61599999999999</cx:pt>
          <cx:pt idx="627">791.29700000000003</cx:pt>
          <cx:pt idx="628">1406.4659999999999</cx:pt>
          <cx:pt idx="629">680.63300000000004</cx:pt>
          <cx:pt idx="630">1150.107</cx:pt>
          <cx:pt idx="631">752.78599999999994</cx:pt>
          <cx:pt idx="632">899.77300000000002</cx:pt>
          <cx:pt idx="633">997.375</cx:pt>
          <cx:pt idx="634">854.41499999999996</cx:pt>
          <cx:pt idx="635">1097.405</cx:pt>
          <cx:pt idx="636">865.31399999999996</cx:pt>
          <cx:pt idx="637">833.75300000000004</cx:pt>
          <cx:pt idx="638">689.77300000000002</cx:pt>
          <cx:pt idx="639">1012.9930000000001</cx:pt>
          <cx:pt idx="640">1199.297</cx:pt>
          <cx:pt idx="641">1245.9480000000001</cx:pt>
          <cx:pt idx="642">791.09100000000001</cx:pt>
          <cx:pt idx="643">925.11800000000005</cx:pt>
          <cx:pt idx="644">1531.4100000000001</cx:pt>
          <cx:pt idx="645">341.029</cx:pt>
          <cx:pt idx="646">983.08199999999999</cx:pt>
          <cx:pt idx="647">1046.345</cx:pt>
          <cx:pt idx="648">940.11400000000003</cx:pt>
          <cx:pt idx="649">1262.5920000000001</cx:pt>
          <cx:pt idx="650">1250.2380000000001</cx:pt>
          <cx:pt idx="651">673.13800000000003</cx:pt>
          <cx:pt idx="652">1143.6300000000001</cx:pt>
          <cx:pt idx="653">1069.962</cx:pt>
          <cx:pt idx="654">1024.335</cx:pt>
          <cx:pt idx="655">800.05799999999999</cx:pt>
          <cx:pt idx="656">1006.4640000000001</cx:pt>
          <cx:pt idx="657">1048.7650000000001</cx:pt>
          <cx:pt idx="658">1394.9870000000001</cx:pt>
          <cx:pt idx="659">822.61400000000003</cx:pt>
          <cx:pt idx="660">1061.4849999999999</cx:pt>
          <cx:pt idx="661">1226.3800000000001</cx:pt>
          <cx:pt idx="662">1305.3720000000001</cx:pt>
          <cx:pt idx="663">1175.1199999999999</cx:pt>
          <cx:pt idx="664">1266.472</cx:pt>
          <cx:pt idx="665">1389.335</cx:pt>
          <cx:pt idx="666">338.55799999999999</cx:pt>
          <cx:pt idx="667">1717.5799999999999</cx:pt>
          <cx:pt idx="668">1246.2270000000001</cx:pt>
          <cx:pt idx="669">1344.5540000000001</cx:pt>
          <cx:pt idx="670">909.19000000000005</cx:pt>
          <cx:pt idx="671">1554.5509999999999</cx:pt>
          <cx:pt idx="672">1690.903</cx:pt>
          <cx:pt idx="673">1029.8150000000001</cx:pt>
          <cx:pt idx="674">1615.537</cx:pt>
          <cx:pt idx="675">1261.1780000000001</cx:pt>
          <cx:pt idx="676">1254.316</cx:pt>
          <cx:pt idx="677">1566.913</cx:pt>
          <cx:pt idx="678">1454.835</cx:pt>
          <cx:pt idx="679">1662.5909999999999</cx:pt>
          <cx:pt idx="680">1364.376</cx:pt>
          <cx:pt idx="681">1405.2860000000001</cx:pt>
          <cx:pt idx="682">1578.9400000000001</cx:pt>
          <cx:pt idx="683">1329.163</cx:pt>
          <cx:pt idx="684">1342.771</cx:pt>
          <cx:pt idx="685">2061.7890000000002</cx:pt>
          <cx:pt idx="686">1887.681</cx:pt>
          <cx:pt idx="687">1737.037</cx:pt>
          <cx:pt idx="688">1421.5809999999999</cx:pt>
          <cx:pt idx="689">1491.681</cx:pt>
          <cx:pt idx="690">2169.587</cx:pt>
          <cx:pt idx="691">1848.6859999999999</cx:pt>
          <cx:pt idx="692">1680.644</cx:pt>
          <cx:pt idx="693">2071.9540000000002</cx:pt>
          <cx:pt idx="694">1680.924</cx:pt>
          <cx:pt idx="695">3032.2860000000001</cx:pt>
          <cx:pt idx="696">2630.326</cx:pt>
          <cx:pt idx="697">2862.643</cx:pt>
          <cx:pt idx="698">1724.53</cx:pt>
          <cx:pt idx="699">2229.3519999999999</cx:pt>
          <cx:pt idx="700">2191.9830000000002</cx:pt>
          <cx:pt idx="701">3101.0740000000001</cx:pt>
          <cx:pt idx="702">3890.9720000000002</cx:pt>
          <cx:pt idx="703">12674.829</cx:pt>
          <cx:pt idx="704">3188.9720000000002</cx:pt>
          <cx:pt idx="705">5472.1679999999997</cx:pt>
          <cx:pt idx="706">3135.5610000000001</cx:pt>
          <cx:pt idx="707">3777.5920000000001</cx:pt>
          <cx:pt idx="708">820.67899999999997</cx:pt>
          <cx:pt idx="709">3469.319</cx:pt>
          <cx:pt idx="710">7807.6930000000002</cx:pt>
          <cx:pt idx="711">3600.0219999999999</cx:pt>
          <cx:pt idx="712">4606.0069999999996</cx:pt>
          <cx:pt idx="713">5278.576</cx:pt>
          <cx:pt idx="714">9398.1260000000002</cx:pt>
          <cx:pt idx="715">5007.9300000000003</cx:pt>
          <cx:pt idx="716">7270.2179999999998</cx:pt>
        </cx:lvl>
      </cx:numDim>
    </cx:data>
  </cx:chartData>
  <cx:chart>
    <cx:title pos="t" align="ctr" overlay="0">
      <cx:tx>
        <cx:txData>
          <cx:v>Surface Area</cx:v>
        </cx:txData>
      </cx:tx>
      <cx:txPr>
        <a:bodyPr spcFirstLastPara="1" vertOverflow="ellipsis" horzOverflow="overflow" wrap="square" lIns="0" tIns="0" rIns="0" bIns="0" anchor="ctr" anchorCtr="1"/>
        <a:lstStyle/>
        <a:p>
          <a:pPr algn="ctr" rtl="0">
            <a:defRPr/>
          </a:pPr>
          <a:r>
            <a:rPr lang="en-US" sz="1400" b="0" i="0" u="none" strike="noStrike" baseline="0">
              <a:solidFill>
                <a:sysClr val="windowText" lastClr="000000">
                  <a:lumMod val="65000"/>
                  <a:lumOff val="35000"/>
                </a:sysClr>
              </a:solidFill>
              <a:latin typeface="Aptos Narrow" panose="02110004020202020204"/>
            </a:rPr>
            <a:t>Surface Area</a:t>
          </a:r>
        </a:p>
      </cx:txPr>
    </cx:title>
    <cx:plotArea>
      <cx:plotAreaRegion>
        <cx:series layoutId="clusteredColumn" uniqueId="{0D5C12D7-FAF9-45A7-B7FB-41115EA0BDD6}">
          <cx:tx>
            <cx:txData>
              <cx:f>'no leave edited'!$D$1</cx:f>
              <cx:v>Surface Area (mm²)</cx:v>
            </cx:txData>
          </cx:tx>
          <cx:dataLabels/>
          <cx:dataId val="0"/>
          <cx:layoutPr>
            <cx:binning intervalClosed="r" underflow="0" overflow="3000">
              <cx:binCount val="30"/>
            </cx:binning>
          </cx:layoutPr>
        </cx:series>
      </cx:plotAreaRegion>
      <cx:axis id="0">
        <cx:catScaling gapWidth="0"/>
        <cx:tickLabels/>
        <cx:numFmt formatCode="#,##0" sourceLinked="0"/>
      </cx:axis>
      <cx:axis id="1">
        <cx:valScaling/>
        <cx:majorGridlines/>
        <cx:tickLabels/>
      </cx:axis>
    </cx:plotArea>
  </cx:chart>
</cx:chartSpace>
</file>

<file path=ppt/charts/chartEx2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numDim type="val">
        <cx:f>'no leave edited'!$E$2:$E$719</cx:f>
        <cx:lvl ptCount="718" formatCode="General">
          <cx:pt idx="0">10.073</cx:pt>
          <cx:pt idx="1">12.032999999999999</cx:pt>
          <cx:pt idx="2">15.951000000000001</cx:pt>
          <cx:pt idx="3">11.039</cx:pt>
          <cx:pt idx="4">8.3599999999999994</cx:pt>
          <cx:pt idx="5">10.646000000000001</cx:pt>
          <cx:pt idx="6">7.1710000000000003</cx:pt>
          <cx:pt idx="7">16.035</cx:pt>
          <cx:pt idx="8">25.469999999999999</cx:pt>
          <cx:pt idx="9">14.596</cx:pt>
          <cx:pt idx="10">6.9770000000000003</cx:pt>
          <cx:pt idx="11">10.182</cx:pt>
          <cx:pt idx="12">6.5110000000000001</cx:pt>
          <cx:pt idx="13">11.488</cx:pt>
          <cx:pt idx="14">17.449999999999999</cx:pt>
          <cx:pt idx="15">11.728999999999999</cx:pt>
          <cx:pt idx="16">23.962</cx:pt>
          <cx:pt idx="17">18.713999999999999</cx:pt>
          <cx:pt idx="18">7.9089999999999998</cx:pt>
          <cx:pt idx="19">13.034000000000001</cx:pt>
          <cx:pt idx="20">8.0429999999999993</cx:pt>
          <cx:pt idx="21">19.138000000000002</cx:pt>
          <cx:pt idx="22">14.824</cx:pt>
          <cx:pt idx="23">5.8559999999999999</cx:pt>
          <cx:pt idx="24">7.7830000000000004</cx:pt>
          <cx:pt idx="25">8.3010000000000002</cx:pt>
          <cx:pt idx="26">8.4039999999999999</cx:pt>
          <cx:pt idx="27">14.959</cx:pt>
          <cx:pt idx="28">12.845000000000001</cx:pt>
          <cx:pt idx="29">12.834</cx:pt>
          <cx:pt idx="30">5.9539999999999997</cx:pt>
          <cx:pt idx="31">9.6340000000000003</cx:pt>
          <cx:pt idx="32">10.17</cx:pt>
          <cx:pt idx="33">14.702999999999999</cx:pt>
          <cx:pt idx="34">15.222</cx:pt>
          <cx:pt idx="35">8.3849999999999998</cx:pt>
          <cx:pt idx="36">15.874000000000001</cx:pt>
          <cx:pt idx="37">11.898999999999999</cx:pt>
          <cx:pt idx="38">6.7800000000000002</cx:pt>
          <cx:pt idx="39">17.047000000000001</cx:pt>
          <cx:pt idx="40">7.5250000000000004</cx:pt>
          <cx:pt idx="41">8.0679999999999996</cx:pt>
          <cx:pt idx="42">13.303000000000001</cx:pt>
          <cx:pt idx="43">14.278</cx:pt>
          <cx:pt idx="44">13.096</cx:pt>
          <cx:pt idx="45">10.034000000000001</cx:pt>
          <cx:pt idx="46">8.2560000000000002</cx:pt>
          <cx:pt idx="47">9.4649999999999999</cx:pt>
          <cx:pt idx="48">11.866</cx:pt>
          <cx:pt idx="49">12.327</cx:pt>
          <cx:pt idx="50">8.7059999999999995</cx:pt>
          <cx:pt idx="51">20.693999999999999</cx:pt>
          <cx:pt idx="52">14.574999999999999</cx:pt>
          <cx:pt idx="53">8.5169999999999995</cx:pt>
          <cx:pt idx="54">7.5140000000000002</cx:pt>
          <cx:pt idx="55">14.743</cx:pt>
          <cx:pt idx="56">12.199999999999999</cx:pt>
          <cx:pt idx="57">18.189</cx:pt>
          <cx:pt idx="58">15.837999999999999</cx:pt>
          <cx:pt idx="59">16.821000000000002</cx:pt>
          <cx:pt idx="60">33.277000000000001</cx:pt>
          <cx:pt idx="61">7.9320000000000004</cx:pt>
          <cx:pt idx="62">32.656999999999996</cx:pt>
          <cx:pt idx="63">10.678000000000001</cx:pt>
          <cx:pt idx="64">7.1059999999999999</cx:pt>
          <cx:pt idx="65">7.4980000000000002</cx:pt>
          <cx:pt idx="66">8.6270000000000007</cx:pt>
          <cx:pt idx="67">22.975999999999999</cx:pt>
          <cx:pt idx="68">22.507999999999999</cx:pt>
          <cx:pt idx="69">17.381</cx:pt>
          <cx:pt idx="70">21.707999999999998</cx:pt>
          <cx:pt idx="71">29.395</cx:pt>
          <cx:pt idx="72">20.722000000000001</cx:pt>
          <cx:pt idx="73">24.172000000000001</cx:pt>
          <cx:pt idx="74">11.153</cx:pt>
          <cx:pt idx="75">19.198</cx:pt>
          <cx:pt idx="76">16.773</cx:pt>
          <cx:pt idx="77">5.6890000000000001</cx:pt>
          <cx:pt idx="78">13.058</cx:pt>
          <cx:pt idx="79">13.448</cx:pt>
          <cx:pt idx="80">19.670999999999999</cx:pt>
          <cx:pt idx="81">13.952999999999999</cx:pt>
          <cx:pt idx="82">17.617999999999999</cx:pt>
          <cx:pt idx="83">18.811</cx:pt>
          <cx:pt idx="84">12.087</cx:pt>
          <cx:pt idx="85">13.590999999999999</cx:pt>
          <cx:pt idx="86">16.518999999999998</cx:pt>
          <cx:pt idx="87">6.907</cx:pt>
          <cx:pt idx="88">21.164999999999999</cx:pt>
          <cx:pt idx="89">9.9459999999999997</cx:pt>
          <cx:pt idx="90">14.135999999999999</cx:pt>
          <cx:pt idx="91">41.104999999999997</cx:pt>
          <cx:pt idx="92">32.264000000000003</cx:pt>
          <cx:pt idx="93">18.565000000000001</cx:pt>
          <cx:pt idx="94">14.428000000000001</cx:pt>
          <cx:pt idx="95">7.7320000000000002</cx:pt>
          <cx:pt idx="96">13.704000000000001</cx:pt>
          <cx:pt idx="97">15.451000000000001</cx:pt>
          <cx:pt idx="98">28.834</cx:pt>
          <cx:pt idx="99">39.646000000000001</cx:pt>
          <cx:pt idx="100">13.766999999999999</cx:pt>
          <cx:pt idx="101">10.913</cx:pt>
          <cx:pt idx="102">16.544</cx:pt>
          <cx:pt idx="103">21.388999999999999</cx:pt>
          <cx:pt idx="104">17.850999999999999</cx:pt>
          <cx:pt idx="105">13.938000000000001</cx:pt>
          <cx:pt idx="106">17.126999999999999</cx:pt>
          <cx:pt idx="107">17.297000000000001</cx:pt>
          <cx:pt idx="108">16.754999999999999</cx:pt>
          <cx:pt idx="109">21.984000000000002</cx:pt>
          <cx:pt idx="110">7.3920000000000003</cx:pt>
          <cx:pt idx="111">14.776999999999999</cx:pt>
          <cx:pt idx="112">12.071999999999999</cx:pt>
          <cx:pt idx="113">13.340999999999999</cx:pt>
          <cx:pt idx="114">9.0310000000000006</cx:pt>
          <cx:pt idx="115">11.736000000000001</cx:pt>
          <cx:pt idx="116">20.713000000000001</cx:pt>
          <cx:pt idx="117">10.147</cx:pt>
          <cx:pt idx="118">11.43</cx:pt>
          <cx:pt idx="119">23.584</cx:pt>
          <cx:pt idx="120">12.737</cx:pt>
          <cx:pt idx="121">23.126999999999999</cx:pt>
          <cx:pt idx="122">9.0530000000000008</cx:pt>
          <cx:pt idx="123">13.539999999999999</cx:pt>
          <cx:pt idx="124">15.657999999999999</cx:pt>
          <cx:pt idx="125">21.048999999999999</cx:pt>
          <cx:pt idx="126">12.638999999999999</cx:pt>
          <cx:pt idx="127">16.256</cx:pt>
          <cx:pt idx="128">12.627000000000001</cx:pt>
          <cx:pt idx="129">15.395</cx:pt>
          <cx:pt idx="130">12.51</cx:pt>
          <cx:pt idx="131">10.369</cx:pt>
          <cx:pt idx="132">14.244999999999999</cx:pt>
          <cx:pt idx="133">17.370999999999999</cx:pt>
          <cx:pt idx="134">14.407</cx:pt>
          <cx:pt idx="135">12.699999999999999</cx:pt>
          <cx:pt idx="136">32.482999999999997</cx:pt>
          <cx:pt idx="137">34.219000000000001</cx:pt>
          <cx:pt idx="138">7.9340000000000002</cx:pt>
          <cx:pt idx="139">25.437000000000001</cx:pt>
          <cx:pt idx="140">9.1050000000000004</cx:pt>
          <cx:pt idx="141">9.4670000000000005</cx:pt>
          <cx:pt idx="142">17.451000000000001</cx:pt>
          <cx:pt idx="143">16.599</cx:pt>
          <cx:pt idx="144">33.832000000000001</cx:pt>
          <cx:pt idx="145">27.015000000000001</cx:pt>
          <cx:pt idx="146">23.164000000000001</cx:pt>
          <cx:pt idx="147">11.433</cx:pt>
          <cx:pt idx="148">11.398999999999999</cx:pt>
          <cx:pt idx="149">19.390000000000001</cx:pt>
          <cx:pt idx="150">12.807</cx:pt>
          <cx:pt idx="151">23.443999999999999</cx:pt>
          <cx:pt idx="152">16.812999999999999</cx:pt>
          <cx:pt idx="153">20.859000000000002</cx:pt>
          <cx:pt idx="154">16.747</cx:pt>
          <cx:pt idx="155">15.561999999999999</cx:pt>
          <cx:pt idx="156">16.681000000000001</cx:pt>
          <cx:pt idx="157">17.954999999999998</cx:pt>
          <cx:pt idx="158">10.223000000000001</cx:pt>
          <cx:pt idx="159">13.279</cx:pt>
          <cx:pt idx="160">18.959</cx:pt>
          <cx:pt idx="161">16.573</cx:pt>
          <cx:pt idx="162">24.417000000000002</cx:pt>
          <cx:pt idx="163">26.484999999999999</cx:pt>
          <cx:pt idx="164">18.266999999999999</cx:pt>
          <cx:pt idx="165">22.460000000000001</cx:pt>
          <cx:pt idx="166">36.677</cx:pt>
          <cx:pt idx="167">12.487</cx:pt>
          <cx:pt idx="168">21.657</cx:pt>
          <cx:pt idx="169">22.233000000000001</cx:pt>
          <cx:pt idx="170">13.52</cx:pt>
          <cx:pt idx="171">47.280999999999999</cx:pt>
          <cx:pt idx="172">36.383000000000003</cx:pt>
          <cx:pt idx="173">18.943999999999999</cx:pt>
          <cx:pt idx="174">31.968</cx:pt>
          <cx:pt idx="175">15.164999999999999</cx:pt>
          <cx:pt idx="176">21.489999999999998</cx:pt>
          <cx:pt idx="177">6.8170000000000002</cx:pt>
          <cx:pt idx="178">16.013000000000002</cx:pt>
          <cx:pt idx="179">14.000999999999999</cx:pt>
          <cx:pt idx="180">16.224</cx:pt>
          <cx:pt idx="181">28.748000000000001</cx:pt>
          <cx:pt idx="182">13.643000000000001</cx:pt>
          <cx:pt idx="183">13.726000000000001</cx:pt>
          <cx:pt idx="184">27.062999999999999</cx:pt>
          <cx:pt idx="185">12.693</cx:pt>
          <cx:pt idx="186">28.771999999999998</cx:pt>
          <cx:pt idx="187">11.612</cx:pt>
          <cx:pt idx="188">24.861000000000001</cx:pt>
          <cx:pt idx="189">15.635999999999999</cx:pt>
          <cx:pt idx="190">13.539999999999999</cx:pt>
          <cx:pt idx="191">9.9689999999999994</cx:pt>
          <cx:pt idx="192">14.632</cx:pt>
          <cx:pt idx="193">27.445</cx:pt>
          <cx:pt idx="194">27.811</cx:pt>
          <cx:pt idx="195">15.151</cx:pt>
          <cx:pt idx="196">7.5880000000000001</cx:pt>
          <cx:pt idx="197">7.5410000000000004</cx:pt>
          <cx:pt idx="198">14.505000000000001</cx:pt>
          <cx:pt idx="199">31.643000000000001</cx:pt>
          <cx:pt idx="200">15.795</cx:pt>
          <cx:pt idx="201">9.1189999999999998</cx:pt>
          <cx:pt idx="202">26.797000000000001</cx:pt>
          <cx:pt idx="203">20.379999999999999</cx:pt>
          <cx:pt idx="204">28.722000000000001</cx:pt>
          <cx:pt idx="205">25.710999999999999</cx:pt>
          <cx:pt idx="206">13.183</cx:pt>
          <cx:pt idx="207">17.626999999999999</cx:pt>
          <cx:pt idx="208">47.027000000000001</cx:pt>
          <cx:pt idx="209">35.877000000000002</cx:pt>
          <cx:pt idx="210">32.183999999999997</cx:pt>
          <cx:pt idx="211">33.048000000000002</cx:pt>
          <cx:pt idx="212">23.553000000000001</cx:pt>
          <cx:pt idx="213">14.786</cx:pt>
          <cx:pt idx="214">18.222000000000001</cx:pt>
          <cx:pt idx="215">29.678000000000001</cx:pt>
          <cx:pt idx="216">26.693000000000001</cx:pt>
          <cx:pt idx="217">18.815000000000001</cx:pt>
          <cx:pt idx="218">26.34</cx:pt>
          <cx:pt idx="219">15.759</cx:pt>
          <cx:pt idx="220">28.170999999999999</cx:pt>
          <cx:pt idx="221">28.190999999999999</cx:pt>
          <cx:pt idx="222">36.082999999999998</cx:pt>
          <cx:pt idx="223">12.041</cx:pt>
          <cx:pt idx="224">18.861000000000001</cx:pt>
          <cx:pt idx="225">34.898000000000003</cx:pt>
          <cx:pt idx="226">32.896000000000001</cx:pt>
          <cx:pt idx="227">22.552</cx:pt>
          <cx:pt idx="228">18.986000000000001</cx:pt>
          <cx:pt idx="229">33.497</cx:pt>
          <cx:pt idx="230">11.922000000000001</cx:pt>
          <cx:pt idx="231">35.502000000000002</cx:pt>
          <cx:pt idx="232">26.34</cx:pt>
          <cx:pt idx="233">35.901000000000003</cx:pt>
          <cx:pt idx="234">34.487000000000002</cx:pt>
          <cx:pt idx="235">19.228999999999999</cx:pt>
          <cx:pt idx="236">21.414999999999999</cx:pt>
          <cx:pt idx="237">16.966999999999999</cx:pt>
          <cx:pt idx="238">19.847000000000001</cx:pt>
          <cx:pt idx="239">13.606</cx:pt>
          <cx:pt idx="240">24.050000000000001</cx:pt>
          <cx:pt idx="241">15.153</cx:pt>
          <cx:pt idx="242">33.648000000000003</cx:pt>
          <cx:pt idx="243">14.185</cx:pt>
          <cx:pt idx="244">8.7140000000000004</cx:pt>
          <cx:pt idx="245">10.936</cx:pt>
          <cx:pt idx="246">13.853999999999999</cx:pt>
          <cx:pt idx="247">47.276000000000003</cx:pt>
          <cx:pt idx="248">20.512</cx:pt>
          <cx:pt idx="249">12.413</cx:pt>
          <cx:pt idx="250">38.195</cx:pt>
          <cx:pt idx="251">30.094000000000001</cx:pt>
          <cx:pt idx="252">11.558999999999999</cx:pt>
          <cx:pt idx="253">24.818999999999999</cx:pt>
          <cx:pt idx="254">40.75</cx:pt>
          <cx:pt idx="255">42.518000000000001</cx:pt>
          <cx:pt idx="256">22.212</cx:pt>
          <cx:pt idx="257">26.869</cx:pt>
          <cx:pt idx="258">16.100999999999999</cx:pt>
          <cx:pt idx="259">24.184999999999999</cx:pt>
          <cx:pt idx="260">33.789000000000001</cx:pt>
          <cx:pt idx="261">15.911</cx:pt>
          <cx:pt idx="262">12.396000000000001</cx:pt>
          <cx:pt idx="263">10.736000000000001</cx:pt>
          <cx:pt idx="264">9.6799999999999997</cx:pt>
          <cx:pt idx="265">33.396000000000001</cx:pt>
          <cx:pt idx="266">24.023</cx:pt>
          <cx:pt idx="267">16.536999999999999</cx:pt>
          <cx:pt idx="268">23.547999999999998</cx:pt>
          <cx:pt idx="269">18.951000000000001</cx:pt>
          <cx:pt idx="270">13.356</cx:pt>
          <cx:pt idx="271">9.4399999999999995</cx:pt>
          <cx:pt idx="272">28.068999999999999</cx:pt>
          <cx:pt idx="273">35.206000000000003</cx:pt>
          <cx:pt idx="274">24.564</cx:pt>
          <cx:pt idx="275">25.882999999999999</cx:pt>
          <cx:pt idx="276">39.645000000000003</cx:pt>
          <cx:pt idx="277">25.602</cx:pt>
          <cx:pt idx="278">11.625</cx:pt>
          <cx:pt idx="279">25.661999999999999</cx:pt>
          <cx:pt idx="280">39.850999999999999</cx:pt>
          <cx:pt idx="281">16.609999999999999</cx:pt>
          <cx:pt idx="282">27.91</cx:pt>
          <cx:pt idx="283">17.126999999999999</cx:pt>
          <cx:pt idx="284">14.993</cx:pt>
          <cx:pt idx="285">29.899999999999999</cx:pt>
          <cx:pt idx="286">25.905999999999999</cx:pt>
          <cx:pt idx="287">18.338000000000001</cx:pt>
          <cx:pt idx="288">12.52</cx:pt>
          <cx:pt idx="289">28.443999999999999</cx:pt>
          <cx:pt idx="290">19.98</cx:pt>
          <cx:pt idx="291">20.103999999999999</cx:pt>
          <cx:pt idx="292">16.091000000000001</cx:pt>
          <cx:pt idx="293">32.826000000000001</cx:pt>
          <cx:pt idx="294">22.861999999999998</cx:pt>
          <cx:pt idx="295">9.9260000000000002</cx:pt>
          <cx:pt idx="296">13.581</cx:pt>
          <cx:pt idx="297">11.384</cx:pt>
          <cx:pt idx="298">30.033999999999999</cx:pt>
          <cx:pt idx="299">14.497999999999999</cx:pt>
          <cx:pt idx="300">12.997999999999999</cx:pt>
          <cx:pt idx="301">48.667999999999999</cx:pt>
          <cx:pt idx="302">26.497</cx:pt>
          <cx:pt idx="303">23.914999999999999</cx:pt>
          <cx:pt idx="304">46.75</cx:pt>
          <cx:pt idx="305">11.987</cx:pt>
          <cx:pt idx="306">37.768999999999998</cx:pt>
          <cx:pt idx="307">17.48</cx:pt>
          <cx:pt idx="308">11.603999999999999</cx:pt>
          <cx:pt idx="309">20.402999999999999</cx:pt>
          <cx:pt idx="310">28.445</cx:pt>
          <cx:pt idx="311">26.120000000000001</cx:pt>
          <cx:pt idx="312">7.952</cx:pt>
          <cx:pt idx="313">34.155999999999999</cx:pt>
          <cx:pt idx="314">20.132000000000001</cx:pt>
          <cx:pt idx="315">18.957999999999998</cx:pt>
          <cx:pt idx="316">9.9489999999999998</cx:pt>
          <cx:pt idx="317">25.795999999999999</cx:pt>
          <cx:pt idx="318">15.569000000000001</cx:pt>
          <cx:pt idx="319">12.064</cx:pt>
          <cx:pt idx="320">15.818</cx:pt>
          <cx:pt idx="321">28.663</cx:pt>
          <cx:pt idx="322">28.623999999999999</cx:pt>
          <cx:pt idx="323">24.006</cx:pt>
          <cx:pt idx="324">15.962999999999999</cx:pt>
          <cx:pt idx="325">46.466000000000001</cx:pt>
          <cx:pt idx="326">32.640000000000001</cx:pt>
          <cx:pt idx="327">14.890000000000001</cx:pt>
          <cx:pt idx="328">18.462</cx:pt>
          <cx:pt idx="329">24.027000000000001</cx:pt>
          <cx:pt idx="330">19.875</cx:pt>
          <cx:pt idx="331">28.562999999999999</cx:pt>
          <cx:pt idx="332">19.193000000000001</cx:pt>
          <cx:pt idx="333">16.088000000000001</cx:pt>
          <cx:pt idx="334">15.606999999999999</cx:pt>
          <cx:pt idx="335">46.420999999999999</cx:pt>
          <cx:pt idx="336">8.4809999999999999</cx:pt>
          <cx:pt idx="337">58.334000000000003</cx:pt>
          <cx:pt idx="338">15.65</cx:pt>
          <cx:pt idx="339">16.279</cx:pt>
          <cx:pt idx="340">33.712000000000003</cx:pt>
          <cx:pt idx="341">33.042999999999999</cx:pt>
          <cx:pt idx="342">16.428000000000001</cx:pt>
          <cx:pt idx="343">22.664000000000001</cx:pt>
          <cx:pt idx="344">23.096</cx:pt>
          <cx:pt idx="345">10.938000000000001</cx:pt>
          <cx:pt idx="346">20.506</cx:pt>
          <cx:pt idx="347">28.265999999999998</cx:pt>
          <cx:pt idx="348">16.190000000000001</cx:pt>
          <cx:pt idx="349">9.6500000000000004</cx:pt>
          <cx:pt idx="350">21.210999999999999</cx:pt>
          <cx:pt idx="351">36.896000000000001</cx:pt>
          <cx:pt idx="352">18.488</cx:pt>
          <cx:pt idx="353">71.948999999999998</cx:pt>
          <cx:pt idx="354">11.226000000000001</cx:pt>
          <cx:pt idx="355">54.749000000000002</cx:pt>
          <cx:pt idx="356">27.887</cx:pt>
          <cx:pt idx="357">28.821000000000002</cx:pt>
          <cx:pt idx="358">32.225000000000001</cx:pt>
          <cx:pt idx="359">14.368</cx:pt>
          <cx:pt idx="360">53.584000000000003</cx:pt>
          <cx:pt idx="361">29.079000000000001</cx:pt>
          <cx:pt idx="362">19.062000000000001</cx:pt>
          <cx:pt idx="363">20.137</cx:pt>
          <cx:pt idx="364">17.135000000000002</cx:pt>
          <cx:pt idx="365">35.281999999999996</cx:pt>
          <cx:pt idx="366">43.851999999999997</cx:pt>
          <cx:pt idx="367">36.973999999999997</cx:pt>
          <cx:pt idx="368">11.516</cx:pt>
          <cx:pt idx="369">25.417999999999999</cx:pt>
          <cx:pt idx="370">17.640999999999998</cx:pt>
          <cx:pt idx="371">20.635000000000002</cx:pt>
          <cx:pt idx="372">20.254999999999999</cx:pt>
          <cx:pt idx="373">6.625</cx:pt>
          <cx:pt idx="374">12.542999999999999</cx:pt>
          <cx:pt idx="375">18.369</cx:pt>
          <cx:pt idx="376">29.102</cx:pt>
          <cx:pt idx="377">24.321999999999999</cx:pt>
          <cx:pt idx="378">10.516999999999999</cx:pt>
          <cx:pt idx="379">27.440000000000001</cx:pt>
          <cx:pt idx="380">24.370000000000001</cx:pt>
          <cx:pt idx="381">23.065999999999999</cx:pt>
          <cx:pt idx="382">39.798000000000002</cx:pt>
          <cx:pt idx="383">33.692999999999998</cx:pt>
          <cx:pt idx="384">22.579999999999998</cx:pt>
          <cx:pt idx="385">12.510999999999999</cx:pt>
          <cx:pt idx="386">24.344000000000001</cx:pt>
          <cx:pt idx="387">34.777000000000001</cx:pt>
          <cx:pt idx="388">35.981000000000002</cx:pt>
          <cx:pt idx="389">57.814999999999998</cx:pt>
          <cx:pt idx="390">21.965</cx:pt>
          <cx:pt idx="391">20.843</cx:pt>
          <cx:pt idx="392">19.276</cx:pt>
          <cx:pt idx="393">19.138999999999999</cx:pt>
          <cx:pt idx="394">29.218</cx:pt>
          <cx:pt idx="395">15.965999999999999</cx:pt>
          <cx:pt idx="396">13.766</cx:pt>
          <cx:pt idx="397">56.417000000000002</cx:pt>
          <cx:pt idx="398">11.685</cx:pt>
          <cx:pt idx="399">31.323</cx:pt>
          <cx:pt idx="400">34.128999999999998</cx:pt>
          <cx:pt idx="401">13.804</cx:pt>
          <cx:pt idx="402">34.042999999999999</cx:pt>
          <cx:pt idx="403">45.915999999999997</cx:pt>
          <cx:pt idx="404">18.207000000000001</cx:pt>
          <cx:pt idx="405">39.649999999999999</cx:pt>
          <cx:pt idx="406">14.295</cx:pt>
          <cx:pt idx="407">66.225999999999999</cx:pt>
          <cx:pt idx="408">18.068000000000001</cx:pt>
          <cx:pt idx="409">20.024000000000001</cx:pt>
          <cx:pt idx="410">35.728999999999999</cx:pt>
          <cx:pt idx="411">44.109000000000002</cx:pt>
          <cx:pt idx="412">55.787999999999997</cx:pt>
          <cx:pt idx="413">17.925000000000001</cx:pt>
          <cx:pt idx="414">25.567</cx:pt>
          <cx:pt idx="415">26.693999999999999</cx:pt>
          <cx:pt idx="416">58.264000000000003</cx:pt>
          <cx:pt idx="417">19.646999999999998</cx:pt>
          <cx:pt idx="418">18.516999999999999</cx:pt>
          <cx:pt idx="419">57.944000000000003</cx:pt>
          <cx:pt idx="420">28.5</cx:pt>
          <cx:pt idx="421">33.942999999999998</cx:pt>
          <cx:pt idx="422">33.052999999999997</cx:pt>
          <cx:pt idx="423">18.649000000000001</cx:pt>
          <cx:pt idx="424">17.303999999999998</cx:pt>
          <cx:pt idx="425">40.502000000000002</cx:pt>
          <cx:pt idx="426">41.686999999999998</cx:pt>
          <cx:pt idx="427">44.688000000000002</cx:pt>
          <cx:pt idx="428">17.501000000000001</cx:pt>
          <cx:pt idx="429">20.59</cx:pt>
          <cx:pt idx="430">23.161000000000001</cx:pt>
          <cx:pt idx="431">26.170000000000002</cx:pt>
          <cx:pt idx="432">24.149000000000001</cx:pt>
          <cx:pt idx="433">30.363</cx:pt>
          <cx:pt idx="434">68.076999999999998</cx:pt>
          <cx:pt idx="435">55.142000000000003</cx:pt>
          <cx:pt idx="436">27.884</cx:pt>
          <cx:pt idx="437">76.262</cx:pt>
          <cx:pt idx="438">22.242000000000001</cx:pt>
          <cx:pt idx="439">13.101000000000001</cx:pt>
          <cx:pt idx="440">16.231000000000002</cx:pt>
          <cx:pt idx="441">32.731999999999999</cx:pt>
          <cx:pt idx="442">35.789999999999999</cx:pt>
          <cx:pt idx="443">36.252000000000002</cx:pt>
          <cx:pt idx="444">31.402999999999999</cx:pt>
          <cx:pt idx="445">30.561</cx:pt>
          <cx:pt idx="446">25.388999999999999</cx:pt>
          <cx:pt idx="447">29.277999999999999</cx:pt>
          <cx:pt idx="448">34.155999999999999</cx:pt>
          <cx:pt idx="449">34.198</cx:pt>
          <cx:pt idx="450">26.808</cx:pt>
          <cx:pt idx="451">28.571999999999999</cx:pt>
          <cx:pt idx="452">75.564999999999998</cx:pt>
          <cx:pt idx="453">45.902999999999999</cx:pt>
          <cx:pt idx="454">13.178000000000001</cx:pt>
          <cx:pt idx="455">18.350000000000001</cx:pt>
          <cx:pt idx="456">27.513000000000002</cx:pt>
          <cx:pt idx="457">70.236000000000004</cx:pt>
          <cx:pt idx="458">15.092000000000001</cx:pt>
          <cx:pt idx="459">46.293999999999997</cx:pt>
          <cx:pt idx="460">23.167999999999999</cx:pt>
          <cx:pt idx="461">28.149000000000001</cx:pt>
          <cx:pt idx="462">34.896999999999998</cx:pt>
          <cx:pt idx="463">30.795999999999999</cx:pt>
          <cx:pt idx="464">34.673999999999999</cx:pt>
          <cx:pt idx="465">36.274000000000001</cx:pt>
          <cx:pt idx="466">22.100000000000001</cx:pt>
          <cx:pt idx="467">16.478999999999999</cx:pt>
          <cx:pt idx="468">25.038</cx:pt>
          <cx:pt idx="469">41.976999999999997</cx:pt>
          <cx:pt idx="470">37.335000000000001</cx:pt>
          <cx:pt idx="471">38.927999999999997</cx:pt>
          <cx:pt idx="472">28.119</cx:pt>
          <cx:pt idx="473">36.457999999999998</cx:pt>
          <cx:pt idx="474">24.978999999999999</cx:pt>
          <cx:pt idx="475">29.634</cx:pt>
          <cx:pt idx="476">25.716000000000001</cx:pt>
          <cx:pt idx="477">45.317</cx:pt>
          <cx:pt idx="478">61.588000000000001</cx:pt>
          <cx:pt idx="479">65.364000000000004</cx:pt>
          <cx:pt idx="480">20.305</cx:pt>
          <cx:pt idx="481">45.603999999999999</cx:pt>
          <cx:pt idx="482">24.619</cx:pt>
          <cx:pt idx="483">12.35</cx:pt>
          <cx:pt idx="484">62.279000000000003</cx:pt>
          <cx:pt idx="485">34.738999999999997</cx:pt>
          <cx:pt idx="486">31.747</cx:pt>
          <cx:pt idx="487">61.866999999999997</cx:pt>
          <cx:pt idx="488">26.457999999999998</cx:pt>
          <cx:pt idx="489">19.719000000000001</cx:pt>
          <cx:pt idx="490">67.778000000000006</cx:pt>
          <cx:pt idx="491">63.218000000000004</cx:pt>
          <cx:pt idx="492">16.32</cx:pt>
          <cx:pt idx="493">26.951000000000001</cx:pt>
          <cx:pt idx="494">32.554000000000002</cx:pt>
          <cx:pt idx="495">12.769</cx:pt>
          <cx:pt idx="496">33.442999999999998</cx:pt>
          <cx:pt idx="497">38.106000000000002</cx:pt>
          <cx:pt idx="498">40.847999999999999</cx:pt>
          <cx:pt idx="499">17.809000000000001</cx:pt>
          <cx:pt idx="500">17.850999999999999</cx:pt>
          <cx:pt idx="501">16.786000000000001</cx:pt>
          <cx:pt idx="502">42.542000000000002</cx:pt>
          <cx:pt idx="503">49.887</cx:pt>
          <cx:pt idx="504">55.588000000000001</cx:pt>
          <cx:pt idx="505">57.615000000000002</cx:pt>
          <cx:pt idx="506">26.283000000000001</cx:pt>
          <cx:pt idx="507">29.158000000000001</cx:pt>
          <cx:pt idx="508">82.704999999999998</cx:pt>
          <cx:pt idx="509">45.542000000000002</cx:pt>
          <cx:pt idx="510">26.533999999999999</cx:pt>
          <cx:pt idx="511">30.195</cx:pt>
          <cx:pt idx="512">23.789000000000001</cx:pt>
          <cx:pt idx="513">57.212000000000003</cx:pt>
          <cx:pt idx="514">39.665999999999997</cx:pt>
          <cx:pt idx="515">68.882000000000005</cx:pt>
          <cx:pt idx="516">49.701000000000001</cx:pt>
          <cx:pt idx="517">47.079999999999998</cx:pt>
          <cx:pt idx="518">26.815999999999999</cx:pt>
          <cx:pt idx="519">77.640000000000001</cx:pt>
          <cx:pt idx="520">30.216000000000001</cx:pt>
          <cx:pt idx="521">35.435000000000002</cx:pt>
          <cx:pt idx="522">26.795000000000002</cx:pt>
          <cx:pt idx="523">34.479999999999997</cx:pt>
          <cx:pt idx="524">41.552</cx:pt>
          <cx:pt idx="525">17.803000000000001</cx:pt>
          <cx:pt idx="526">54.997</cx:pt>
          <cx:pt idx="527">29.428999999999998</cx:pt>
          <cx:pt idx="528">22.808</cx:pt>
          <cx:pt idx="529">51.417999999999999</cx:pt>
          <cx:pt idx="530">37.310000000000002</cx:pt>
          <cx:pt idx="531">33.771000000000001</cx:pt>
          <cx:pt idx="532">27.605</cx:pt>
          <cx:pt idx="533">30.460999999999999</cx:pt>
          <cx:pt idx="534">53.433</cx:pt>
          <cx:pt idx="535">23.312999999999999</cx:pt>
          <cx:pt idx="536">60.755000000000003</cx:pt>
          <cx:pt idx="537">27.009</cx:pt>
          <cx:pt idx="538">56.884</cx:pt>
          <cx:pt idx="539">36.234999999999999</cx:pt>
          <cx:pt idx="540">20.004000000000001</cx:pt>
          <cx:pt idx="541">26.050999999999998</cx:pt>
          <cx:pt idx="542">23.053999999999998</cx:pt>
          <cx:pt idx="543">35.098999999999997</cx:pt>
          <cx:pt idx="544">34.491</cx:pt>
          <cx:pt idx="545">22.216000000000001</cx:pt>
          <cx:pt idx="546">36.685000000000002</cx:pt>
          <cx:pt idx="547">16.959</cx:pt>
          <cx:pt idx="548">22.859999999999999</cx:pt>
          <cx:pt idx="549">38.531999999999996</cx:pt>
          <cx:pt idx="550">31.213000000000001</cx:pt>
          <cx:pt idx="551">66.441000000000003</cx:pt>
          <cx:pt idx="552">25.157</cx:pt>
          <cx:pt idx="553">21.585999999999999</cx:pt>
          <cx:pt idx="554">43.722000000000001</cx:pt>
          <cx:pt idx="555">19.731000000000002</cx:pt>
          <cx:pt idx="556">37.183</cx:pt>
          <cx:pt idx="557">42.731999999999999</cx:pt>
          <cx:pt idx="558">102.26300000000001</cx:pt>
          <cx:pt idx="559">24.896999999999998</cx:pt>
          <cx:pt idx="560">40.618000000000002</cx:pt>
          <cx:pt idx="561">62.954999999999998</cx:pt>
          <cx:pt idx="562">90.915999999999997</cx:pt>
          <cx:pt idx="563">43.252000000000002</cx:pt>
          <cx:pt idx="564">45.433999999999997</cx:pt>
          <cx:pt idx="565">26.347999999999999</cx:pt>
          <cx:pt idx="566">36.581000000000003</cx:pt>
          <cx:pt idx="567">22.837</cx:pt>
          <cx:pt idx="568">26.033000000000001</cx:pt>
          <cx:pt idx="569">47.354999999999997</cx:pt>
          <cx:pt idx="570">25.640999999999998</cx:pt>
          <cx:pt idx="571">26.919</cx:pt>
          <cx:pt idx="572">21.210999999999999</cx:pt>
          <cx:pt idx="573">81.849999999999994</cx:pt>
          <cx:pt idx="574">26.783999999999999</cx:pt>
          <cx:pt idx="575">31.533000000000001</cx:pt>
          <cx:pt idx="576">66.286000000000001</cx:pt>
          <cx:pt idx="577">57.972999999999999</cx:pt>
          <cx:pt idx="578">31.209</cx:pt>
          <cx:pt idx="579">114.315</cx:pt>
          <cx:pt idx="580">80.781000000000006</cx:pt>
          <cx:pt idx="581">50.444000000000003</cx:pt>
          <cx:pt idx="582">33.741</cx:pt>
          <cx:pt idx="583">38.468000000000004</cx:pt>
          <cx:pt idx="584">34.317999999999998</cx:pt>
          <cx:pt idx="585">43.345999999999997</cx:pt>
          <cx:pt idx="586">21.538</cx:pt>
          <cx:pt idx="587">18.579000000000001</cx:pt>
          <cx:pt idx="588">35.287999999999997</cx:pt>
          <cx:pt idx="589">38.892000000000003</cx:pt>
          <cx:pt idx="590">54.448</cx:pt>
          <cx:pt idx="591">36.488</cx:pt>
          <cx:pt idx="592">23.460000000000001</cx:pt>
          <cx:pt idx="593">99.888999999999996</cx:pt>
          <cx:pt idx="594">26.687999999999999</cx:pt>
          <cx:pt idx="595">70.361000000000004</cx:pt>
          <cx:pt idx="596">78.911000000000001</cx:pt>
          <cx:pt idx="597">24.111000000000001</cx:pt>
          <cx:pt idx="598">37.220999999999997</cx:pt>
          <cx:pt idx="599">33.067</cx:pt>
          <cx:pt idx="600">20.762</cx:pt>
          <cx:pt idx="601">30.963000000000001</cx:pt>
          <cx:pt idx="602">31.282</cx:pt>
          <cx:pt idx="603">36.984999999999999</cx:pt>
          <cx:pt idx="604">63.793999999999997</cx:pt>
          <cx:pt idx="605">25.922000000000001</cx:pt>
          <cx:pt idx="606">75.085999999999999</cx:pt>
          <cx:pt idx="607">38.287999999999997</cx:pt>
          <cx:pt idx="608">35.539000000000001</cx:pt>
          <cx:pt idx="609">34.503</cx:pt>
          <cx:pt idx="610">36.128</cx:pt>
          <cx:pt idx="611">40.350999999999999</cx:pt>
          <cx:pt idx="612">33.649000000000001</cx:pt>
          <cx:pt idx="613">65.513999999999996</cx:pt>
          <cx:pt idx="614">43.107999999999997</cx:pt>
          <cx:pt idx="615">41.350999999999999</cx:pt>
          <cx:pt idx="616">34.701999999999998</cx:pt>
          <cx:pt idx="617">118.878</cx:pt>
          <cx:pt idx="618">55.274999999999999</cx:pt>
          <cx:pt idx="619">48.320999999999998</cx:pt>
          <cx:pt idx="620">64.489000000000004</cx:pt>
          <cx:pt idx="621">34.325000000000003</cx:pt>
          <cx:pt idx="622">41.671999999999997</cx:pt>
          <cx:pt idx="623">38.372</cx:pt>
          <cx:pt idx="624">31.507000000000001</cx:pt>
          <cx:pt idx="625">61.051000000000002</cx:pt>
          <cx:pt idx="626">24.815999999999999</cx:pt>
          <cx:pt idx="627">33.140999999999998</cx:pt>
          <cx:pt idx="628">77.400999999999996</cx:pt>
          <cx:pt idx="629">20.460999999999999</cx:pt>
          <cx:pt idx="630">77.177000000000007</cx:pt>
          <cx:pt idx="631">94.409999999999997</cx:pt>
          <cx:pt idx="632">41.027000000000001</cx:pt>
          <cx:pt idx="633">64.966999999999999</cx:pt>
          <cx:pt idx="634">31.526</cx:pt>
          <cx:pt idx="635">64.057000000000002</cx:pt>
          <cx:pt idx="636">32.762999999999998</cx:pt>
          <cx:pt idx="637">33.026000000000003</cx:pt>
          <cx:pt idx="638">76.087000000000003</cx:pt>
          <cx:pt idx="639">34.636000000000003</cx:pt>
          <cx:pt idx="640">53.747</cx:pt>
          <cx:pt idx="641">46.524000000000001</cx:pt>
          <cx:pt idx="642">34.594000000000001</cx:pt>
          <cx:pt idx="643">36.164000000000001</cx:pt>
          <cx:pt idx="644">89.319999999999993</cx:pt>
          <cx:pt idx="645">20.491</cx:pt>
          <cx:pt idx="646">42.481999999999999</cx:pt>
          <cx:pt idx="647">45.223999999999997</cx:pt>
          <cx:pt idx="648">36.338000000000001</cx:pt>
          <cx:pt idx="649">55.899000000000001</cx:pt>
          <cx:pt idx="650">77.161000000000001</cx:pt>
          <cx:pt idx="651">40.747</cx:pt>
          <cx:pt idx="652">44.363999999999997</cx:pt>
          <cx:pt idx="653">38.002000000000002</cx:pt>
          <cx:pt idx="654">56.084000000000003</cx:pt>
          <cx:pt idx="655">35.646999999999998</cx:pt>
          <cx:pt idx="656">37.917000000000002</cx:pt>
          <cx:pt idx="657">40.662999999999997</cx:pt>
          <cx:pt idx="658">107.194</cx:pt>
          <cx:pt idx="659">33.049999999999997</cx:pt>
          <cx:pt idx="660">40.996000000000002</cx:pt>
          <cx:pt idx="661">56.250999999999998</cx:pt>
          <cx:pt idx="662">89.340000000000003</cx:pt>
          <cx:pt idx="663">68.120000000000005</cx:pt>
          <cx:pt idx="664">61.770000000000003</cx:pt>
          <cx:pt idx="665">60.191000000000003</cx:pt>
          <cx:pt idx="666">48.948999999999998</cx:pt>
          <cx:pt idx="667">78.295000000000002</cx:pt>
          <cx:pt idx="668">58.179000000000002</cx:pt>
          <cx:pt idx="669">45.127000000000002</cx:pt>
          <cx:pt idx="670">40.179000000000002</cx:pt>
          <cx:pt idx="671">70.959000000000003</cx:pt>
          <cx:pt idx="672">132.851</cx:pt>
          <cx:pt idx="673">83.079999999999998</cx:pt>
          <cx:pt idx="674">60.796999999999997</cx:pt>
          <cx:pt idx="675">39.482999999999997</cx:pt>
          <cx:pt idx="676">40.375999999999998</cx:pt>
          <cx:pt idx="677">60.531999999999996</cx:pt>
          <cx:pt idx="678">54.350999999999999</cx:pt>
          <cx:pt idx="679">104.218</cx:pt>
          <cx:pt idx="680">62.756999999999998</cx:pt>
          <cx:pt idx="681">42.817999999999998</cx:pt>
          <cx:pt idx="682">139.88900000000001</cx:pt>
          <cx:pt idx="683">50.351999999999997</cx:pt>
          <cx:pt idx="684">115.98399999999999</cx:pt>
          <cx:pt idx="685">37.246000000000002</cx:pt>
          <cx:pt idx="686">75.724999999999994</cx:pt>
          <cx:pt idx="687">83.665000000000006</cx:pt>
          <cx:pt idx="688">124.504</cx:pt>
          <cx:pt idx="689">48.567999999999998</cx:pt>
          <cx:pt idx="690">53.604999999999997</cx:pt>
          <cx:pt idx="691">121.902</cx:pt>
          <cx:pt idx="692">61.267000000000003</cx:pt>
          <cx:pt idx="693">138.363</cx:pt>
          <cx:pt idx="694">131.072</cx:pt>
          <cx:pt idx="695">50.030000000000001</cx:pt>
          <cx:pt idx="696">32.728999999999999</cx:pt>
          <cx:pt idx="697">32.853999999999999</cx:pt>
          <cx:pt idx="698">54.284999999999997</cx:pt>
          <cx:pt idx="699">107.873</cx:pt>
          <cx:pt idx="700">145.37</cx:pt>
          <cx:pt idx="701">125.584</cx:pt>
          <cx:pt idx="702">205.42400000000001</cx:pt>
          <cx:pt idx="703">52.457999999999998</cx:pt>
          <cx:pt idx="704">131.709</cx:pt>
          <cx:pt idx="705">58.357999999999997</cx:pt>
          <cx:pt idx="706">145.084</cx:pt>
          <cx:pt idx="707">140.15100000000001</cx:pt>
          <cx:pt idx="708">34.667000000000002</cx:pt>
          <cx:pt idx="709">122.221</cx:pt>
          <cx:pt idx="710">221.09200000000001</cx:pt>
          <cx:pt idx="711">81.540000000000006</cx:pt>
          <cx:pt idx="712">119.42</cx:pt>
          <cx:pt idx="713">148.21299999999999</cx:pt>
          <cx:pt idx="714">143.798</cx:pt>
          <cx:pt idx="715">111.979</cx:pt>
          <cx:pt idx="716">117.34099999999999</cx:pt>
        </cx:lvl>
      </cx:numDim>
    </cx:data>
  </cx:chartData>
  <cx:chart>
    <cx:title pos="t" align="ctr" overlay="0">
      <cx:tx>
        <cx:txData>
          <cx:v>Length</cx:v>
        </cx:txData>
      </cx:tx>
      <cx:txPr>
        <a:bodyPr spcFirstLastPara="1" vertOverflow="ellipsis" horzOverflow="overflow" wrap="square" lIns="0" tIns="0" rIns="0" bIns="0" anchor="ctr" anchorCtr="1"/>
        <a:lstStyle/>
        <a:p>
          <a:pPr algn="ctr" rtl="0">
            <a:defRPr/>
          </a:pPr>
          <a:r>
            <a:rPr lang="en-US" sz="1400" b="0" i="0" u="none" strike="noStrike" baseline="0">
              <a:solidFill>
                <a:sysClr val="windowText" lastClr="000000">
                  <a:lumMod val="65000"/>
                  <a:lumOff val="35000"/>
                </a:sysClr>
              </a:solidFill>
              <a:latin typeface="Aptos Narrow" panose="02110004020202020204"/>
            </a:rPr>
            <a:t>Length</a:t>
          </a:r>
        </a:p>
      </cx:txPr>
    </cx:title>
    <cx:plotArea>
      <cx:plotAreaRegion>
        <cx:series layoutId="clusteredColumn" uniqueId="{577C7C57-F6FF-4E2B-B175-876FF226A6F5}">
          <cx:tx>
            <cx:txData>
              <cx:f>'no leave edited'!$E$1</cx:f>
              <cx:v>Length (mm)</cx:v>
            </cx:txData>
          </cx:tx>
          <cx:dataLabels/>
          <cx:dataId val="0"/>
          <cx:layoutPr>
            <cx:binning intervalClosed="r" underflow="0" overflow="160">
              <cx:binCount val="30"/>
            </cx:binning>
          </cx:layoutPr>
        </cx:series>
      </cx:plotAreaRegion>
      <cx:axis id="0">
        <cx:catScaling gapWidth="0"/>
        <cx:tickLabels/>
        <cx:numFmt formatCode="#,##0.0" sourceLinked="0"/>
      </cx:axis>
      <cx:axis id="1">
        <cx:valScaling/>
        <cx:majorGridlines/>
        <cx:tickLabels/>
      </cx:axis>
    </cx:plotArea>
  </cx:chart>
</cx:chartSpace>
</file>

<file path=ppt/charts/chartEx22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numDim type="val">
        <cx:f>'no leave edited'!$F$2:$F$719</cx:f>
        <cx:lvl ptCount="718" formatCode="General">
          <cx:pt idx="0">3.5870000000000002</cx:pt>
          <cx:pt idx="1">3.117</cx:pt>
          <cx:pt idx="2">3.5009999999999999</cx:pt>
          <cx:pt idx="3">3.8540000000000001</cx:pt>
          <cx:pt idx="4">4.306</cx:pt>
          <cx:pt idx="5">2.9830000000000001</cx:pt>
          <cx:pt idx="6">3.4940000000000002</cx:pt>
          <cx:pt idx="7">3.1120000000000001</cx:pt>
          <cx:pt idx="8">3.6280000000000001</cx:pt>
          <cx:pt idx="9">2.226</cx:pt>
          <cx:pt idx="10">6.6319999999999997</cx:pt>
          <cx:pt idx="11">4.3899999999999997</cx:pt>
          <cx:pt idx="12">6.1600000000000001</cx:pt>
          <cx:pt idx="13">6.923</cx:pt>
          <cx:pt idx="14">2.5590000000000002</cx:pt>
          <cx:pt idx="15">9.625</cx:pt>
          <cx:pt idx="16">4.1120000000000001</cx:pt>
          <cx:pt idx="17">6.6660000000000004</cx:pt>
          <cx:pt idx="18">4.8200000000000003</cx:pt>
          <cx:pt idx="19">7.0469999999999997</cx:pt>
          <cx:pt idx="20">8.2769999999999992</cx:pt>
          <cx:pt idx="21">3.23</cx:pt>
          <cx:pt idx="22">2.6259999999999999</cx:pt>
          <cx:pt idx="23">6.3630000000000004</cx:pt>
          <cx:pt idx="24">6.3819999999999997</cx:pt>
          <cx:pt idx="25">5.6280000000000001</cx:pt>
          <cx:pt idx="26">4.1440000000000001</cx:pt>
          <cx:pt idx="27">6.8280000000000003</cx:pt>
          <cx:pt idx="28">7.9489999999999998</cx:pt>
          <cx:pt idx="29">2.4969999999999999</cx:pt>
          <cx:pt idx="30">3.448</cx:pt>
          <cx:pt idx="31">6.1310000000000002</cx:pt>
          <cx:pt idx="32">5.8319999999999999</cx:pt>
          <cx:pt idx="33">2.589</cx:pt>
          <cx:pt idx="34">2.581</cx:pt>
          <cx:pt idx="35">7.008</cx:pt>
          <cx:pt idx="36">2.5139999999999998</cx:pt>
          <cx:pt idx="37">4.8550000000000004</cx:pt>
          <cx:pt idx="38">2.8660000000000001</cx:pt>
          <cx:pt idx="39">4.7519999999999998</cx:pt>
          <cx:pt idx="40">3.1819999999999999</cx:pt>
          <cx:pt idx="41">4.2590000000000003</cx:pt>
          <cx:pt idx="42">3.2480000000000002</cx:pt>
          <cx:pt idx="43">4.6689999999999996</cx:pt>
          <cx:pt idx="44">7.9109999999999996</cx:pt>
          <cx:pt idx="45">5.0430000000000001</cx:pt>
          <cx:pt idx="46">7.3620000000000001</cx:pt>
          <cx:pt idx="47">7.6420000000000003</cx:pt>
          <cx:pt idx="48">7.3899999999999997</cx:pt>
          <cx:pt idx="49">3.2090000000000001</cx:pt>
          <cx:pt idx="50">7.6699999999999999</cx:pt>
          <cx:pt idx="51">4.9370000000000003</cx:pt>
          <cx:pt idx="52">7.2530000000000001</cx:pt>
          <cx:pt idx="53">8.4949999999999992</cx:pt>
          <cx:pt idx="54">6.3289999999999997</cx:pt>
          <cx:pt idx="55">4.0220000000000002</cx:pt>
          <cx:pt idx="56">6.9850000000000003</cx:pt>
          <cx:pt idx="57">2.968</cx:pt>
          <cx:pt idx="58">4.4180000000000001</cx:pt>
          <cx:pt idx="59">5.819</cx:pt>
          <cx:pt idx="60">8.4540000000000006</cx:pt>
          <cx:pt idx="61">8.1549999999999994</cx:pt>
          <cx:pt idx="62">7.4820000000000002</cx:pt>
          <cx:pt idx="63">8.4800000000000004</cx:pt>
          <cx:pt idx="64">7.133</cx:pt>
          <cx:pt idx="65">6.5949999999999998</cx:pt>
          <cx:pt idx="66">3.4900000000000002</cx:pt>
          <cx:pt idx="67">8.3930000000000007</cx:pt>
          <cx:pt idx="68">7.4859999999999998</cx:pt>
          <cx:pt idx="69">5.4189999999999996</cx:pt>
          <cx:pt idx="70">7.2690000000000001</cx:pt>
          <cx:pt idx="71">5.665</cx:pt>
          <cx:pt idx="72">5.0609999999999999</cx:pt>
          <cx:pt idx="73">4.2750000000000004</cx:pt>
          <cx:pt idx="74">5.1189999999999998</cx:pt>
          <cx:pt idx="75">4.5830000000000002</cx:pt>
          <cx:pt idx="76">5.343</cx:pt>
          <cx:pt idx="77">5.5300000000000002</cx:pt>
          <cx:pt idx="78">7.5350000000000001</cx:pt>
          <cx:pt idx="79">2.5699999999999998</cx:pt>
          <cx:pt idx="80">3.0939999999999999</cx:pt>
          <cx:pt idx="81">5.2969999999999997</cx:pt>
          <cx:pt idx="82">2.6640000000000001</cx:pt>
          <cx:pt idx="83">3.7130000000000001</cx:pt>
          <cx:pt idx="84">4.9539999999999997</cx:pt>
          <cx:pt idx="85">5.242</cx:pt>
          <cx:pt idx="86">4.1020000000000003</cx:pt>
          <cx:pt idx="87">3.2410000000000001</cx:pt>
          <cx:pt idx="88">6.4870000000000001</cx:pt>
          <cx:pt idx="89">9.0790000000000006</cx:pt>
          <cx:pt idx="90">2.976</cx:pt>
          <cx:pt idx="91">11.076000000000001</cx:pt>
          <cx:pt idx="92">5.5339999999999998</cx:pt>
          <cx:pt idx="93">3.3860000000000001</cx:pt>
          <cx:pt idx="94">4.2270000000000003</cx:pt>
          <cx:pt idx="95">5.3959999999999999</cx:pt>
          <cx:pt idx="96">5.8140000000000001</cx:pt>
          <cx:pt idx="97">3.302</cx:pt>
          <cx:pt idx="98">9.3160000000000007</cx:pt>
          <cx:pt idx="99">6.3390000000000004</cx:pt>
          <cx:pt idx="100">5.202</cx:pt>
          <cx:pt idx="101">8.3650000000000002</cx:pt>
          <cx:pt idx="102">6.2009999999999996</cx:pt>
          <cx:pt idx="103">2.927</cx:pt>
          <cx:pt idx="104">3.6840000000000002</cx:pt>
          <cx:pt idx="105">3.3010000000000002</cx:pt>
          <cx:pt idx="106">3.508</cx:pt>
          <cx:pt idx="107">3.105</cx:pt>
          <cx:pt idx="108">3.9260000000000002</cx:pt>
          <cx:pt idx="109">3.6400000000000001</cx:pt>
          <cx:pt idx="110">5.415</cx:pt>
          <cx:pt idx="111">7.1890000000000001</cx:pt>
          <cx:pt idx="112">8.9019999999999992</cx:pt>
          <cx:pt idx="113">6.6230000000000002</cx:pt>
          <cx:pt idx="114">2.7010000000000001</cx:pt>
          <cx:pt idx="115">3.306</cx:pt>
          <cx:pt idx="116">8.2040000000000006</cx:pt>
          <cx:pt idx="117">4.6029999999999998</cx:pt>
          <cx:pt idx="118">3.6560000000000001</cx:pt>
          <cx:pt idx="119">9.7390000000000008</cx:pt>
          <cx:pt idx="120">8.8710000000000004</cx:pt>
          <cx:pt idx="121">13.773</cx:pt>
          <cx:pt idx="122">7.7210000000000001</cx:pt>
          <cx:pt idx="123">4.1219999999999999</cx:pt>
          <cx:pt idx="124">4.7640000000000002</cx:pt>
          <cx:pt idx="125">3.706</cx:pt>
          <cx:pt idx="126">3.8660000000000001</cx:pt>
          <cx:pt idx="127">6.6980000000000004</cx:pt>
          <cx:pt idx="128">8.6699999999999999</cx:pt>
          <cx:pt idx="129">6.0890000000000004</cx:pt>
          <cx:pt idx="130">4.5510000000000002</cx:pt>
          <cx:pt idx="131">5.7389999999999999</cx:pt>
          <cx:pt idx="132">3.7829999999999999</cx:pt>
          <cx:pt idx="133">4.367</cx:pt>
          <cx:pt idx="134">6.9059999999999997</cx:pt>
          <cx:pt idx="135">4.1740000000000004</cx:pt>
          <cx:pt idx="136">3.093</cx:pt>
          <cx:pt idx="137">4.9800000000000004</cx:pt>
          <cx:pt idx="138">7.601</cx:pt>
          <cx:pt idx="139">4.7489999999999997</cx:pt>
          <cx:pt idx="140">5.4249999999999998</cx:pt>
          <cx:pt idx="141">5.6589999999999998</cx:pt>
          <cx:pt idx="142">4.6520000000000001</cx:pt>
          <cx:pt idx="143">5.9500000000000002</cx:pt>
          <cx:pt idx="144">6.1180000000000003</cx:pt>
          <cx:pt idx="145">6.6600000000000001</cx:pt>
          <cx:pt idx="146">5.4340000000000002</cx:pt>
          <cx:pt idx="147">4.4080000000000004</cx:pt>
          <cx:pt idx="148">9.9100000000000001</cx:pt>
          <cx:pt idx="149">3.96</cx:pt>
          <cx:pt idx="150">3.218</cx:pt>
          <cx:pt idx="151">14.528</cx:pt>
          <cx:pt idx="152">9.4700000000000006</cx:pt>
          <cx:pt idx="153">7.5010000000000003</cx:pt>
          <cx:pt idx="154">9.9779999999999998</cx:pt>
          <cx:pt idx="155">5.069</cx:pt>
          <cx:pt idx="156">9.2829999999999995</cx:pt>
          <cx:pt idx="157">8.8729999999999993</cx:pt>
          <cx:pt idx="158">4.5839999999999996</cx:pt>
          <cx:pt idx="159">3.827</cx:pt>
          <cx:pt idx="160">12.09</cx:pt>
          <cx:pt idx="161">4.1790000000000003</cx:pt>
          <cx:pt idx="162">9.2720000000000002</cx:pt>
          <cx:pt idx="163">3.3900000000000001</cx:pt>
          <cx:pt idx="164">3.359</cx:pt>
          <cx:pt idx="165">4.4169999999999998</cx:pt>
          <cx:pt idx="166">4.6189999999999998</cx:pt>
          <cx:pt idx="167">4.8289999999999997</cx:pt>
          <cx:pt idx="168">16.015000000000001</cx:pt>
          <cx:pt idx="169">7.0919999999999996</cx:pt>
          <cx:pt idx="170">6.5330000000000004</cx:pt>
          <cx:pt idx="171">7.6879999999999997</cx:pt>
          <cx:pt idx="172">6.3300000000000001</cx:pt>
          <cx:pt idx="173">5.7779999999999996</cx:pt>
          <cx:pt idx="174">9.3350000000000009</cx:pt>
          <cx:pt idx="175">5.117</cx:pt>
          <cx:pt idx="176">7.3680000000000003</cx:pt>
          <cx:pt idx="177">6.423</cx:pt>
          <cx:pt idx="178">4.5049999999999999</cx:pt>
          <cx:pt idx="179">4.7560000000000002</cx:pt>
          <cx:pt idx="180">4.9089999999999998</cx:pt>
          <cx:pt idx="181">6.5890000000000004</cx:pt>
          <cx:pt idx="182">4.8879999999999999</cx:pt>
          <cx:pt idx="183">8.5779999999999994</cx:pt>
          <cx:pt idx="184">9.3599999999999994</cx:pt>
          <cx:pt idx="185">7.2519999999999998</cx:pt>
          <cx:pt idx="186">4.1520000000000001</cx:pt>
          <cx:pt idx="187">9.1010000000000009</cx:pt>
          <cx:pt idx="188">6.3230000000000004</cx:pt>
          <cx:pt idx="189">7.4349999999999996</cx:pt>
          <cx:pt idx="190">5.859</cx:pt>
          <cx:pt idx="191">4.3840000000000003</cx:pt>
          <cx:pt idx="192">9.6099999999999994</cx:pt>
          <cx:pt idx="193">10.948</cx:pt>
          <cx:pt idx="194">10.986000000000001</cx:pt>
          <cx:pt idx="195">4.069</cx:pt>
          <cx:pt idx="196">5.0300000000000002</cx:pt>
          <cx:pt idx="197">4.7119999999999997</cx:pt>
          <cx:pt idx="198">10.404</cx:pt>
          <cx:pt idx="199">13.422000000000001</cx:pt>
          <cx:pt idx="200">3.9900000000000002</cx:pt>
          <cx:pt idx="201">4.4050000000000002</cx:pt>
          <cx:pt idx="202">4.3650000000000002</cx:pt>
          <cx:pt idx="203">10.055999999999999</cx:pt>
          <cx:pt idx="204">6.7789999999999999</cx:pt>
          <cx:pt idx="205">7.7839999999999998</cx:pt>
          <cx:pt idx="206">4.867</cx:pt>
          <cx:pt idx="207">8.3829999999999991</cx:pt>
          <cx:pt idx="208">13.648</cx:pt>
          <cx:pt idx="209">8.4420000000000002</cx:pt>
          <cx:pt idx="210">9.1890000000000001</cx:pt>
          <cx:pt idx="211">4.2770000000000001</cx:pt>
          <cx:pt idx="212">4.173</cx:pt>
          <cx:pt idx="213">5.0490000000000004</cx:pt>
          <cx:pt idx="214">4.1509999999999998</cx:pt>
          <cx:pt idx="215">5.8129999999999997</cx:pt>
          <cx:pt idx="216">7.4779999999999998</cx:pt>
          <cx:pt idx="217">10.632999999999999</cx:pt>
          <cx:pt idx="218">3.7389999999999999</cx:pt>
          <cx:pt idx="219">3.5539999999999998</cx:pt>
          <cx:pt idx="220">9.2110000000000003</cx:pt>
          <cx:pt idx="221">5.1319999999999997</cx:pt>
          <cx:pt idx="222">8.5920000000000005</cx:pt>
          <cx:pt idx="223">9.827</cx:pt>
          <cx:pt idx="224">10.305</cx:pt>
          <cx:pt idx="225">7.7770000000000001</cx:pt>
          <cx:pt idx="226">6.9859999999999998</cx:pt>
          <cx:pt idx="227">8.0589999999999993</cx:pt>
          <cx:pt idx="228">10.17</cx:pt>
          <cx:pt idx="229">12.364000000000001</cx:pt>
          <cx:pt idx="230">15.888999999999999</cx:pt>
          <cx:pt idx="231">7.6660000000000004</cx:pt>
          <cx:pt idx="232">4.4320000000000004</cx:pt>
          <cx:pt idx="233">6.3700000000000001</cx:pt>
          <cx:pt idx="234">5.3040000000000003</cx:pt>
          <cx:pt idx="235">10.249000000000001</cx:pt>
          <cx:pt idx="236">4.6100000000000003</cx:pt>
          <cx:pt idx="237">11.019</cx:pt>
          <cx:pt idx="238">4.2069999999999999</cx:pt>
          <cx:pt idx="239">6.7999999999999998</cx:pt>
          <cx:pt idx="240">4.3529999999999998</cx:pt>
          <cx:pt idx="241">5.4050000000000002</cx:pt>
          <cx:pt idx="242">7.5149999999999997</cx:pt>
          <cx:pt idx="243">3.754</cx:pt>
          <cx:pt idx="244">5.8330000000000002</cx:pt>
          <cx:pt idx="245">6.0880000000000001</cx:pt>
          <cx:pt idx="246">4.742</cx:pt>
          <cx:pt idx="247">5.0960000000000001</cx:pt>
          <cx:pt idx="248">6.0469999999999997</cx:pt>
          <cx:pt idx="249">5.2750000000000004</cx:pt>
          <cx:pt idx="250">8.6690000000000005</cx:pt>
          <cx:pt idx="251">10.301</cx:pt>
          <cx:pt idx="252">5.6909999999999998</cx:pt>
          <cx:pt idx="253">17.509</cx:pt>
          <cx:pt idx="254">7.8040000000000003</cx:pt>
          <cx:pt idx="255">8.8040000000000003</cx:pt>
          <cx:pt idx="256">9.2669999999999995</cx:pt>
          <cx:pt idx="257">9.4990000000000006</cx:pt>
          <cx:pt idx="258">7.6289999999999996</cx:pt>
          <cx:pt idx="259">4.7990000000000004</cx:pt>
          <cx:pt idx="260">5.5339999999999998</cx:pt>
          <cx:pt idx="261">4.8170000000000002</cx:pt>
          <cx:pt idx="262">5.6539999999999999</cx:pt>
          <cx:pt idx="263">4.7549999999999999</cx:pt>
          <cx:pt idx="264">5.0469999999999997</cx:pt>
          <cx:pt idx="265">12.545999999999999</cx:pt>
          <cx:pt idx="266">4.6520000000000001</cx:pt>
          <cx:pt idx="267">3.8220000000000001</cx:pt>
          <cx:pt idx="268">4.2619999999999996</cx:pt>
          <cx:pt idx="269">4.1319999999999997</cx:pt>
          <cx:pt idx="270">11.192</cx:pt>
          <cx:pt idx="271">4.7130000000000001</cx:pt>
          <cx:pt idx="272">10.856999999999999</cx:pt>
          <cx:pt idx="273">6.4720000000000004</cx:pt>
          <cx:pt idx="274">5.8840000000000003</cx:pt>
          <cx:pt idx="275">5.6879999999999997</cx:pt>
          <cx:pt idx="276">8.4909999999999997</cx:pt>
          <cx:pt idx="277">5.6109999999999998</cx:pt>
          <cx:pt idx="278">9.0600000000000005</cx:pt>
          <cx:pt idx="279">7.7770000000000001</cx:pt>
          <cx:pt idx="280">6.1429999999999998</cx:pt>
          <cx:pt idx="281">4.7350000000000003</cx:pt>
          <cx:pt idx="282">6.0519999999999996</cx:pt>
          <cx:pt idx="283">7.1130000000000004</cx:pt>
          <cx:pt idx="284">7.7080000000000002</cx:pt>
          <cx:pt idx="285">8.1780000000000008</cx:pt>
          <cx:pt idx="286">4.5670000000000002</cx:pt>
          <cx:pt idx="287">7.2119999999999997</cx:pt>
          <cx:pt idx="288">12.347</cx:pt>
          <cx:pt idx="289">7.2779999999999996</cx:pt>
          <cx:pt idx="290">10.121</cx:pt>
          <cx:pt idx="291">5.3120000000000003</cx:pt>
          <cx:pt idx="292">4.4480000000000004</cx:pt>
          <cx:pt idx="293">8.9540000000000006</cx:pt>
          <cx:pt idx="294">11.851000000000001</cx:pt>
          <cx:pt idx="295">4.6319999999999997</cx:pt>
          <cx:pt idx="296">4.6849999999999996</cx:pt>
          <cx:pt idx="297">4.8819999999999997</cx:pt>
          <cx:pt idx="298">6.242</cx:pt>
          <cx:pt idx="299">5.3150000000000004</cx:pt>
          <cx:pt idx="300">6.7610000000000001</cx:pt>
          <cx:pt idx="301">12.49</cx:pt>
          <cx:pt idx="302">4.1079999999999997</cx:pt>
          <cx:pt idx="303">7.6070000000000002</cx:pt>
          <cx:pt idx="304">9.0359999999999996</cx:pt>
          <cx:pt idx="305">8.5749999999999993</cx:pt>
          <cx:pt idx="306">10.124000000000001</cx:pt>
          <cx:pt idx="307">11.731</cx:pt>
          <cx:pt idx="308">6.1689999999999996</cx:pt>
          <cx:pt idx="309">4.7089999999999996</cx:pt>
          <cx:pt idx="310">15.32</cx:pt>
          <cx:pt idx="311">6.7880000000000003</cx:pt>
          <cx:pt idx="312">7.3719999999999999</cx:pt>
          <cx:pt idx="313">5.9630000000000001</cx:pt>
          <cx:pt idx="314">6.0099999999999998</cx:pt>
          <cx:pt idx="315">13.287000000000001</cx:pt>
          <cx:pt idx="316">6.774</cx:pt>
          <cx:pt idx="317">6.4390000000000001</cx:pt>
          <cx:pt idx="318">5.516</cx:pt>
          <cx:pt idx="319">8.9969999999999999</cx:pt>
          <cx:pt idx="320">5.6980000000000004</cx:pt>
          <cx:pt idx="321">5.6669999999999998</cx:pt>
          <cx:pt idx="322">9.0980000000000008</cx:pt>
          <cx:pt idx="323">6.0819999999999999</cx:pt>
          <cx:pt idx="324">5.8940000000000001</cx:pt>
          <cx:pt idx="325">15.43</cx:pt>
          <cx:pt idx="326">7.258</cx:pt>
          <cx:pt idx="327">6.8140000000000001</cx:pt>
          <cx:pt idx="328">4.7380000000000004</cx:pt>
          <cx:pt idx="329">9.1029999999999998</cx:pt>
          <cx:pt idx="330">14.845000000000001</cx:pt>
          <cx:pt idx="331">5.673</cx:pt>
          <cx:pt idx="332">5.2450000000000001</cx:pt>
          <cx:pt idx="333">9.0380000000000003</cx:pt>
          <cx:pt idx="334">8.0180000000000007</cx:pt>
          <cx:pt idx="335">10.332000000000001</cx:pt>
          <cx:pt idx="336">8.2669999999999995</cx:pt>
          <cx:pt idx="337">9.2040000000000006</cx:pt>
          <cx:pt idx="338">7.1379999999999999</cx:pt>
          <cx:pt idx="339">7.9059999999999997</cx:pt>
          <cx:pt idx="340">14.507</cx:pt>
          <cx:pt idx="341">9.891</cx:pt>
          <cx:pt idx="342">4.7999999999999998</cx:pt>
          <cx:pt idx="343">4.9429999999999996</cx:pt>
          <cx:pt idx="344">5.3479999999999999</cx:pt>
          <cx:pt idx="345">5.1319999999999997</cx:pt>
          <cx:pt idx="346">6.8150000000000004</cx:pt>
          <cx:pt idx="347">6.7169999999999996</cx:pt>
          <cx:pt idx="348">6.7649999999999997</cx:pt>
          <cx:pt idx="349">9.0030000000000001</cx:pt>
          <cx:pt idx="350">6.4939999999999998</cx:pt>
          <cx:pt idx="351">6.2229999999999999</cx:pt>
          <cx:pt idx="352">5.4009999999999998</cx:pt>
          <cx:pt idx="353">18.402999999999999</cx:pt>
          <cx:pt idx="354">7.843</cx:pt>
          <cx:pt idx="355">20.931999999999999</cx:pt>
          <cx:pt idx="356">10.891</cx:pt>
          <cx:pt idx="357">5.532</cx:pt>
          <cx:pt idx="358">5.7850000000000001</cx:pt>
          <cx:pt idx="359">9.1280000000000001</cx:pt>
          <cx:pt idx="360">13.500999999999999</cx:pt>
          <cx:pt idx="361">10.176</cx:pt>
          <cx:pt idx="362">5.516</cx:pt>
          <cx:pt idx="363">5.4299999999999997</cx:pt>
          <cx:pt idx="364">4.9809999999999999</cx:pt>
          <cx:pt idx="365">5.843</cx:pt>
          <cx:pt idx="366">5.0970000000000004</cx:pt>
          <cx:pt idx="367">10.115</cx:pt>
          <cx:pt idx="368">5.9980000000000002</cx:pt>
          <cx:pt idx="369">5.7910000000000004</cx:pt>
          <cx:pt idx="370">6.8869999999999996</cx:pt>
          <cx:pt idx="371">6.0880000000000001</cx:pt>
          <cx:pt idx="372">5.1390000000000002</cx:pt>
          <cx:pt idx="373">12.664</cx:pt>
          <cx:pt idx="374">7.3559999999999999</cx:pt>
          <cx:pt idx="375">11.228</cx:pt>
          <cx:pt idx="376">12.414999999999999</cx:pt>
          <cx:pt idx="377">9.3970000000000002</cx:pt>
          <cx:pt idx="378">6.6109999999999998</cx:pt>
          <cx:pt idx="379">7.4699999999999998</cx:pt>
          <cx:pt idx="380">6.8700000000000001</cx:pt>
          <cx:pt idx="381">5.516</cx:pt>
          <cx:pt idx="382">9.4109999999999996</cx:pt>
          <cx:pt idx="383">8.0069999999999997</cx:pt>
          <cx:pt idx="384">8.0169999999999995</cx:pt>
          <cx:pt idx="385">6.3840000000000003</cx:pt>
          <cx:pt idx="386">5.7930000000000001</cx:pt>
          <cx:pt idx="387">11.702999999999999</cx:pt>
          <cx:pt idx="388">7.2320000000000002</cx:pt>
          <cx:pt idx="389">10.794</cx:pt>
          <cx:pt idx="390">9.9309999999999992</cx:pt>
          <cx:pt idx="391">7.4560000000000004</cx:pt>
          <cx:pt idx="392">6.9370000000000003</cx:pt>
          <cx:pt idx="393">7.7569999999999997</cx:pt>
          <cx:pt idx="394">6.4210000000000003</cx:pt>
          <cx:pt idx="395">5.2839999999999998</cx:pt>
          <cx:pt idx="396">6.0090000000000003</cx:pt>
          <cx:pt idx="397">10.48</cx:pt>
          <cx:pt idx="398">12.823</cx:pt>
          <cx:pt idx="399">8.4440000000000008</cx:pt>
          <cx:pt idx="400">12.733000000000001</cx:pt>
          <cx:pt idx="401">7.2149999999999999</cx:pt>
          <cx:pt idx="402">7.2789999999999999</cx:pt>
          <cx:pt idx="403">5.5590000000000002</cx:pt>
          <cx:pt idx="404">8.8179999999999996</cx:pt>
          <cx:pt idx="405">9.5099999999999998</cx:pt>
          <cx:pt idx="406">7.6859999999999999</cx:pt>
          <cx:pt idx="407">9.5519999999999996</cx:pt>
          <cx:pt idx="408">5.5259999999999998</cx:pt>
          <cx:pt idx="409">6.1710000000000003</cx:pt>
          <cx:pt idx="410">6.4809999999999999</cx:pt>
          <cx:pt idx="411">13.988</cx:pt>
          <cx:pt idx="412">11.56</cx:pt>
          <cx:pt idx="413">5.9260000000000002</cx:pt>
          <cx:pt idx="414">7.4320000000000004</cx:pt>
          <cx:pt idx="415">6.4039999999999999</cx:pt>
          <cx:pt idx="416">26.635999999999999</cx:pt>
          <cx:pt idx="417">5.3109999999999999</cx:pt>
          <cx:pt idx="418">10.311999999999999</cx:pt>
          <cx:pt idx="419">42.975000000000001</cx:pt>
          <cx:pt idx="420">7.2910000000000004</cx:pt>
          <cx:pt idx="421">6.7779999999999996</cx:pt>
          <cx:pt idx="422">6.8760000000000003</cx:pt>
          <cx:pt idx="423">7.2969999999999997</cx:pt>
          <cx:pt idx="424">7.4320000000000004</cx:pt>
          <cx:pt idx="425">19.959</cx:pt>
          <cx:pt idx="426">9.5190000000000001</cx:pt>
          <cx:pt idx="427">10.087999999999999</cx:pt>
          <cx:pt idx="428">7.3730000000000002</cx:pt>
          <cx:pt idx="429">8.1140000000000008</cx:pt>
          <cx:pt idx="430">8.6660000000000004</cx:pt>
          <cx:pt idx="431">15.321999999999999</cx:pt>
          <cx:pt idx="432">9.3949999999999996</cx:pt>
          <cx:pt idx="433">5.9299999999999997</cx:pt>
          <cx:pt idx="434">15.129</cx:pt>
          <cx:pt idx="435">15.686</cx:pt>
          <cx:pt idx="436">5.4329999999999998</cx:pt>
          <cx:pt idx="437">15.196</cx:pt>
          <cx:pt idx="438">6.6239999999999997</cx:pt>
          <cx:pt idx="439">8.2590000000000003</cx:pt>
          <cx:pt idx="440">7.7009999999999996</cx:pt>
          <cx:pt idx="441">17.335999999999999</cx:pt>
          <cx:pt idx="442">12.887</cx:pt>
          <cx:pt idx="443">20.744</cx:pt>
          <cx:pt idx="444">11.768000000000001</cx:pt>
          <cx:pt idx="445">9.4309999999999992</cx:pt>
          <cx:pt idx="446">16.506</cx:pt>
          <cx:pt idx="447">8.4060000000000006</cx:pt>
          <cx:pt idx="448">9.4570000000000007</cx:pt>
          <cx:pt idx="449">10.792999999999999</cx:pt>
          <cx:pt idx="450">7.6749999999999998</cx:pt>
          <cx:pt idx="451">11.247999999999999</cx:pt>
          <cx:pt idx="452">18.832000000000001</cx:pt>
          <cx:pt idx="453">6.9720000000000004</cx:pt>
          <cx:pt idx="454">8.0530000000000008</cx:pt>
          <cx:pt idx="455">7.7590000000000003</cx:pt>
          <cx:pt idx="456">26.858000000000001</cx:pt>
          <cx:pt idx="457">37.332999999999998</cx:pt>
          <cx:pt idx="458">16.899000000000001</cx:pt>
          <cx:pt idx="459">15.396000000000001</cx:pt>
          <cx:pt idx="460">7.6200000000000001</cx:pt>
          <cx:pt idx="461">13.74</cx:pt>
          <cx:pt idx="462">12.847</cx:pt>
          <cx:pt idx="463">6.5839999999999996</cx:pt>
          <cx:pt idx="464">8.5459999999999994</cx:pt>
          <cx:pt idx="465">16.384</cx:pt>
          <cx:pt idx="466">13.75</cx:pt>
          <cx:pt idx="467">6.1379999999999999</cx:pt>
          <cx:pt idx="468">10.194000000000001</cx:pt>
          <cx:pt idx="469">5.8300000000000001</cx:pt>
          <cx:pt idx="470">7.6459999999999999</cx:pt>
          <cx:pt idx="471">11.173999999999999</cx:pt>
          <cx:pt idx="472">6.7649999999999997</cx:pt>
          <cx:pt idx="473">9.1229999999999993</cx:pt>
          <cx:pt idx="474">8.4710000000000001</cx:pt>
          <cx:pt idx="475">10.098000000000001</cx:pt>
          <cx:pt idx="476">13.337999999999999</cx:pt>
          <cx:pt idx="477">12.548999999999999</cx:pt>
          <cx:pt idx="478">40.116</cx:pt>
          <cx:pt idx="479">30.085000000000001</cx:pt>
          <cx:pt idx="480">11.055999999999999</cx:pt>
          <cx:pt idx="481">9.6419999999999995</cx:pt>
          <cx:pt idx="482">12.302</cx:pt>
          <cx:pt idx="483">12.823</cx:pt>
          <cx:pt idx="484">42.128999999999998</cx:pt>
          <cx:pt idx="485">9.6899999999999995</cx:pt>
          <cx:pt idx="486">13.569000000000001</cx:pt>
          <cx:pt idx="487">8.3629999999999995</cx:pt>
          <cx:pt idx="488">13.010999999999999</cx:pt>
          <cx:pt idx="489">9.6340000000000003</cx:pt>
          <cx:pt idx="490">9.1129999999999995</cx:pt>
          <cx:pt idx="491">13.063000000000001</cx:pt>
          <cx:pt idx="492">11.205</cx:pt>
          <cx:pt idx="493">10.161</cx:pt>
          <cx:pt idx="494">22.295000000000002</cx:pt>
          <cx:pt idx="495">13.715999999999999</cx:pt>
          <cx:pt idx="496">5.8440000000000003</cx:pt>
          <cx:pt idx="497">9.9529999999999994</cx:pt>
          <cx:pt idx="498">8.0220000000000002</cx:pt>
          <cx:pt idx="499">8.7449999999999992</cx:pt>
          <cx:pt idx="500">18.524999999999999</cx:pt>
          <cx:pt idx="501">8.0429999999999993</cx:pt>
          <cx:pt idx="502">6.0949999999999998</cx:pt>
          <cx:pt idx="503">15.045</cx:pt>
          <cx:pt idx="504">7.7569999999999997</cx:pt>
          <cx:pt idx="505">19.510000000000002</cx:pt>
          <cx:pt idx="506">12.933</cx:pt>
          <cx:pt idx="507">11.646000000000001</cx:pt>
          <cx:pt idx="508">29.905000000000001</cx:pt>
          <cx:pt idx="509">12.692</cx:pt>
          <cx:pt idx="510">10.028</cx:pt>
          <cx:pt idx="511">10.391999999999999</cx:pt>
          <cx:pt idx="512">6.9500000000000002</cx:pt>
          <cx:pt idx="513">18.277999999999999</cx:pt>
          <cx:pt idx="514">9.8979999999999997</cx:pt>
          <cx:pt idx="515">17.052</cx:pt>
          <cx:pt idx="516">18.879999999999999</cx:pt>
          <cx:pt idx="517">7.9489999999999998</cx:pt>
          <cx:pt idx="518">7.0940000000000003</cx:pt>
          <cx:pt idx="519">23.128</cx:pt>
          <cx:pt idx="520">8.4100000000000001</cx:pt>
          <cx:pt idx="521">16.190000000000001</cx:pt>
          <cx:pt idx="522">7.9059999999999997</cx:pt>
          <cx:pt idx="523">7.3150000000000004</cx:pt>
          <cx:pt idx="524">11.986000000000001</cx:pt>
          <cx:pt idx="525">18.702000000000002</cx:pt>
          <cx:pt idx="526">12.385</cx:pt>
          <cx:pt idx="527">12.063000000000001</cx:pt>
          <cx:pt idx="528">10.417</cx:pt>
          <cx:pt idx="529">22.904</cx:pt>
          <cx:pt idx="530">9.5679999999999996</cx:pt>
          <cx:pt idx="531">11.414</cx:pt>
          <cx:pt idx="532">9.6479999999999997</cx:pt>
          <cx:pt idx="533">7.0140000000000002</cx:pt>
          <cx:pt idx="534">17.863</cx:pt>
          <cx:pt idx="535">7.234</cx:pt>
          <cx:pt idx="536">23.010999999999999</cx:pt>
          <cx:pt idx="537">6.6920000000000002</cx:pt>
          <cx:pt idx="538">16.620000000000001</cx:pt>
          <cx:pt idx="539">7.0259999999999998</cx:pt>
          <cx:pt idx="540">6.8209999999999997</cx:pt>
          <cx:pt idx="541">9.6549999999999994</cx:pt>
          <cx:pt idx="542">7.7990000000000004</cx:pt>
          <cx:pt idx="543">15.125999999999999</cx:pt>
          <cx:pt idx="544">19.029</cx:pt>
          <cx:pt idx="545">13.484</cx:pt>
          <cx:pt idx="546">12.789</cx:pt>
          <cx:pt idx="547">8.6940000000000008</cx:pt>
          <cx:pt idx="548">9.4260000000000002</cx:pt>
          <cx:pt idx="549">9.9610000000000003</cx:pt>
          <cx:pt idx="550">16.199999999999999</cx:pt>
          <cx:pt idx="551">21.638000000000002</cx:pt>
          <cx:pt idx="552">9.1280000000000001</cx:pt>
          <cx:pt idx="553">11.879</cx:pt>
          <cx:pt idx="554">26.664000000000001</cx:pt>
          <cx:pt idx="555">7.2610000000000001</cx:pt>
          <cx:pt idx="556">9.7850000000000001</cx:pt>
          <cx:pt idx="557">8.2560000000000002</cx:pt>
          <cx:pt idx="558">15.462</cx:pt>
          <cx:pt idx="559">17.898</cx:pt>
          <cx:pt idx="560">15.148</cx:pt>
          <cx:pt idx="561">21.637</cx:pt>
          <cx:pt idx="562">20.738</cx:pt>
          <cx:pt idx="563">12.321</cx:pt>
          <cx:pt idx="564">31.463999999999999</cx:pt>
          <cx:pt idx="565">7.851</cx:pt>
          <cx:pt idx="566">13.994999999999999</cx:pt>
          <cx:pt idx="567">12.442</cx:pt>
          <cx:pt idx="568">10.224</cx:pt>
          <cx:pt idx="569">13.271000000000001</cx:pt>
          <cx:pt idx="570">8.0950000000000006</cx:pt>
          <cx:pt idx="571">7.4790000000000001</cx:pt>
          <cx:pt idx="572">10.948</cx:pt>
          <cx:pt idx="573">12.813000000000001</cx:pt>
          <cx:pt idx="574">15.929</cx:pt>
          <cx:pt idx="575">8.9100000000000001</cx:pt>
          <cx:pt idx="576">25.065999999999999</cx:pt>
          <cx:pt idx="577">15.087</cx:pt>
          <cx:pt idx="578">9.4469999999999992</cx:pt>
          <cx:pt idx="579">37.957999999999998</cx:pt>
          <cx:pt idx="580">24.510999999999999</cx:pt>
          <cx:pt idx="581">9.0760000000000005</cx:pt>
          <cx:pt idx="582">9.2520000000000007</cx:pt>
          <cx:pt idx="583">9.5380000000000003</cx:pt>
          <cx:pt idx="584">7.7850000000000001</cx:pt>
          <cx:pt idx="585">13.586</cx:pt>
          <cx:pt idx="586">19.902999999999999</cx:pt>
          <cx:pt idx="587">17.702000000000002</cx:pt>
          <cx:pt idx="588">9.5050000000000008</cx:pt>
          <cx:pt idx="589">16.300999999999998</cx:pt>
          <cx:pt idx="590">19.312000000000001</cx:pt>
          <cx:pt idx="591">19.356999999999999</cx:pt>
          <cx:pt idx="592">10.601000000000001</cx:pt>
          <cx:pt idx="593">23.132999999999999</cx:pt>
          <cx:pt idx="594">8.4179999999999993</cx:pt>
          <cx:pt idx="595">17.356999999999999</cx:pt>
          <cx:pt idx="596">11.398999999999999</cx:pt>
          <cx:pt idx="597">14.885999999999999</cx:pt>
          <cx:pt idx="598">7.6470000000000002</cx:pt>
          <cx:pt idx="599">17.209</cx:pt>
          <cx:pt idx="600">19.210999999999999</cx:pt>
          <cx:pt idx="601">19.27</cx:pt>
          <cx:pt idx="602">14.872</cx:pt>
          <cx:pt idx="603">16.577999999999999</cx:pt>
          <cx:pt idx="604">22.416</cx:pt>
          <cx:pt idx="605">20.276</cx:pt>
          <cx:pt idx="606">12.176</cx:pt>
          <cx:pt idx="607">7.8090000000000002</cx:pt>
          <cx:pt idx="608">13.058</cx:pt>
          <cx:pt idx="609">8.0120000000000005</cx:pt>
          <cx:pt idx="610">10.263</cx:pt>
          <cx:pt idx="611">24.114000000000001</cx:pt>
          <cx:pt idx="612">12.196999999999999</cx:pt>
          <cx:pt idx="613">15.891999999999999</cx:pt>
          <cx:pt idx="614">16.341999999999999</cx:pt>
          <cx:pt idx="615">8.6389999999999993</cx:pt>
          <cx:pt idx="616">14.16</cx:pt>
          <cx:pt idx="617">46.384999999999998</cx:pt>
          <cx:pt idx="618">13.845000000000001</cx:pt>
          <cx:pt idx="619">31.655999999999999</cx:pt>
          <cx:pt idx="620">27.742000000000001</cx:pt>
          <cx:pt idx="621">12.005000000000001</cx:pt>
          <cx:pt idx="622">19.98</cx:pt>
          <cx:pt idx="623">28.972999999999999</cx:pt>
          <cx:pt idx="624">20.541</cx:pt>
          <cx:pt idx="625">17.652000000000001</cx:pt>
          <cx:pt idx="626">10.526</cx:pt>
          <cx:pt idx="627">9.3849999999999998</cx:pt>
          <cx:pt idx="628">63.777000000000001</cx:pt>
          <cx:pt idx="629">11.333</cx:pt>
          <cx:pt idx="630">21.611999999999998</cx:pt>
          <cx:pt idx="631">43.451000000000001</cx:pt>
          <cx:pt idx="632">34.646999999999998</cx:pt>
          <cx:pt idx="633">32.606000000000002</cx:pt>
          <cx:pt idx="634">43.828000000000003</cx:pt>
          <cx:pt idx="635">9.6050000000000004</cx:pt>
          <cx:pt idx="636">10.612</cx:pt>
          <cx:pt idx="637">10.041</cx:pt>
          <cx:pt idx="638">8.5510000000000002</cx:pt>
          <cx:pt idx="639">14.417</cx:pt>
          <cx:pt idx="640">22.506</cx:pt>
          <cx:pt idx="641">13.122</cx:pt>
          <cx:pt idx="642">9.1069999999999993</cx:pt>
          <cx:pt idx="643">14.884</cx:pt>
          <cx:pt idx="644">31.007999999999999</cx:pt>
          <cx:pt idx="645">6.0529999999999999</cx:pt>
          <cx:pt idx="646">13.859999999999999</cx:pt>
          <cx:pt idx="647">19.196999999999999</cx:pt>
          <cx:pt idx="648">22.324999999999999</cx:pt>
          <cx:pt idx="649">13.718</cx:pt>
          <cx:pt idx="650">24.544</cx:pt>
          <cx:pt idx="651">11.859999999999999</cx:pt>
          <cx:pt idx="652">30.122</cx:pt>
          <cx:pt idx="653">22.23</cx:pt>
          <cx:pt idx="654">20.981000000000002</cx:pt>
          <cx:pt idx="655">18.439</cx:pt>
          <cx:pt idx="656">12.945</cx:pt>
          <cx:pt idx="657">12.393000000000001</cx:pt>
          <cx:pt idx="658">25.881</cx:pt>
          <cx:pt idx="659">12.582000000000001</cx:pt>
          <cx:pt idx="660">10.952999999999999</cx:pt>
          <cx:pt idx="661">11.064</cx:pt>
          <cx:pt idx="662">23.343</cx:pt>
          <cx:pt idx="663">19.844999999999999</cx:pt>
          <cx:pt idx="664">49.947000000000003</cx:pt>
          <cx:pt idx="665">9.2080000000000002</cx:pt>
          <cx:pt idx="666">7.7210000000000001</cx:pt>
          <cx:pt idx="667">34.002000000000002</cx:pt>
          <cx:pt idx="668">39.484000000000002</cx:pt>
          <cx:pt idx="669">11.601000000000001</cx:pt>
          <cx:pt idx="670">16.385999999999999</cx:pt>
          <cx:pt idx="671">8.4390000000000001</cx:pt>
          <cx:pt idx="672">57.268999999999998</cx:pt>
          <cx:pt idx="673">32.981000000000002</cx:pt>
          <cx:pt idx="674">20.773</cx:pt>
          <cx:pt idx="675">19.988</cx:pt>
          <cx:pt idx="676">14.387</cx:pt>
          <cx:pt idx="677">17.395</cx:pt>
          <cx:pt idx="678">12.222</cx:pt>
          <cx:pt idx="679">35.491</cx:pt>
          <cx:pt idx="680">22.683</cx:pt>
          <cx:pt idx="681">13.420999999999999</cx:pt>
          <cx:pt idx="682">40.975999999999999</cx:pt>
          <cx:pt idx="683">13.710000000000001</cx:pt>
          <cx:pt idx="684">14.824999999999999</cx:pt>
          <cx:pt idx="685">73.072000000000003</cx:pt>
          <cx:pt idx="686">14.906000000000001</cx:pt>
          <cx:pt idx="687">29.821000000000002</cx:pt>
          <cx:pt idx="688">42.723999999999997</cx:pt>
          <cx:pt idx="689">28.722999999999999</cx:pt>
          <cx:pt idx="690">40.661999999999999</cx:pt>
          <cx:pt idx="691">38.664000000000001</cx:pt>
          <cx:pt idx="692">19.119</cx:pt>
          <cx:pt idx="693">52.566000000000003</cx:pt>
          <cx:pt idx="694">32</cx:pt>
          <cx:pt idx="695">53.198</cx:pt>
          <cx:pt idx="696">99.367999999999995</cx:pt>
          <cx:pt idx="697">110.622</cx:pt>
          <cx:pt idx="698">16.524999999999999</cx:pt>
          <cx:pt idx="699">31.451000000000001</cx:pt>
          <cx:pt idx="700">47.68</cx:pt>
          <cx:pt idx="701">53.972999999999999</cx:pt>
          <cx:pt idx="702">42.658000000000001</cx:pt>
          <cx:pt idx="703">298.90100000000001</cx:pt>
          <cx:pt idx="704">48.625</cx:pt>
          <cx:pt idx="705">298.44999999999999</cx:pt>
          <cx:pt idx="706">69.227999999999994</cx:pt>
          <cx:pt idx="707">32.140999999999998</cx:pt>
          <cx:pt idx="708">8.7690000000000001</cx:pt>
          <cx:pt idx="709">24.434999999999999</cx:pt>
          <cx:pt idx="710">48.677999999999997</cx:pt>
          <cx:pt idx="711">31.035</cx:pt>
          <cx:pt idx="712">34.188000000000002</cx:pt>
          <cx:pt idx="713">31.364999999999998</cx:pt>
          <cx:pt idx="714">60.008000000000003</cx:pt>
          <cx:pt idx="715">33.643999999999998</cx:pt>
          <cx:pt idx="716">46.942999999999998</cx:pt>
        </cx:lvl>
      </cx:numDim>
    </cx:data>
  </cx:chartData>
  <cx:chart>
    <cx:title pos="t" align="ctr" overlay="0">
      <cx:tx>
        <cx:txData>
          <cx:v>Width</cx:v>
        </cx:txData>
      </cx:tx>
      <cx:txPr>
        <a:bodyPr spcFirstLastPara="1" vertOverflow="ellipsis" horzOverflow="overflow" wrap="square" lIns="0" tIns="0" rIns="0" bIns="0" anchor="ctr" anchorCtr="1"/>
        <a:lstStyle/>
        <a:p>
          <a:pPr algn="ctr" rtl="0">
            <a:defRPr/>
          </a:pPr>
          <a:r>
            <a:rPr lang="en-US" sz="1400" b="0" i="0" u="none" strike="noStrike" baseline="0">
              <a:solidFill>
                <a:sysClr val="windowText" lastClr="000000">
                  <a:lumMod val="65000"/>
                  <a:lumOff val="35000"/>
                </a:sysClr>
              </a:solidFill>
              <a:latin typeface="Aptos Narrow" panose="02110004020202020204"/>
            </a:rPr>
            <a:t>Width</a:t>
          </a:r>
        </a:p>
      </cx:txPr>
    </cx:title>
    <cx:plotArea>
      <cx:plotAreaRegion>
        <cx:series layoutId="clusteredColumn" uniqueId="{68C235C9-765D-44A3-8D33-1D40775EC1FA}">
          <cx:tx>
            <cx:txData>
              <cx:f>'no leave edited'!$F$1</cx:f>
              <cx:v>Width (mm)</cx:v>
            </cx:txData>
          </cx:tx>
          <cx:dataLabels/>
          <cx:dataId val="0"/>
          <cx:layoutPr>
            <cx:binning intervalClosed="r" underflow="0" overflow="45">
              <cx:binCount val="30"/>
            </cx:binning>
          </cx:layoutPr>
        </cx:series>
      </cx:plotAreaRegion>
      <cx:axis id="0">
        <cx:catScaling gapWidth="0"/>
        <cx:tickLabels/>
        <cx:numFmt formatCode="#,##0.0" sourceLinked="0"/>
      </cx:axis>
      <cx:axis id="1">
        <cx:valScaling/>
        <cx:majorGridlines/>
        <cx:tickLabels/>
      </cx:axis>
    </cx:plotArea>
  </cx:chart>
</cx:chartSpace>
</file>

<file path=ppt/charts/chartEx23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numDim type="val">
        <cx:f>'no leave edited'!$G$2:$G$718</cx:f>
        <cx:lvl ptCount="717" formatCode="General">
          <cx:pt idx="0">1.972</cx:pt>
          <cx:pt idx="1">1.593</cx:pt>
          <cx:pt idx="2">1.575</cx:pt>
          <cx:pt idx="3">1.736</cx:pt>
          <cx:pt idx="4">1.903</cx:pt>
          <cx:pt idx="5">1.962</cx:pt>
          <cx:pt idx="6">2.1219999999999999</cx:pt>
          <cx:pt idx="7">1.407</cx:pt>
          <cx:pt idx="8">1.9470000000000001</cx:pt>
          <cx:pt idx="9">2.0569999999999999</cx:pt>
          <cx:pt idx="10">2.089</cx:pt>
          <cx:pt idx="11">2.2429999999999999</cx:pt>
          <cx:pt idx="12">2.8210000000000002</cx:pt>
          <cx:pt idx="13">1.3620000000000001</cx:pt>
          <cx:pt idx="14">1.581</cx:pt>
          <cx:pt idx="15">1.8400000000000001</cx:pt>
          <cx:pt idx="16">2.8620000000000001</cx:pt>
          <cx:pt idx="17">3.2360000000000002</cx:pt>
          <cx:pt idx="18">3.4199999999999999</cx:pt>
          <cx:pt idx="19">3.996</cx:pt>
          <cx:pt idx="20">4.4900000000000002</cx:pt>
          <cx:pt idx="21">1.8839999999999999</cx:pt>
          <cx:pt idx="22">1.8939999999999999</cx:pt>
          <cx:pt idx="23">1.9059999999999999</cx:pt>
          <cx:pt idx="24">2.0950000000000002</cx:pt>
          <cx:pt idx="25">2.149</cx:pt>
          <cx:pt idx="26">2.1739999999999999</cx:pt>
          <cx:pt idx="27">2.1859999999999999</cx:pt>
          <cx:pt idx="28">2.532</cx:pt>
          <cx:pt idx="29">2.5369999999999999</cx:pt>
          <cx:pt idx="30">3.3420000000000001</cx:pt>
          <cx:pt idx="31">3.395</cx:pt>
          <cx:pt idx="32">4.1100000000000003</cx:pt>
          <cx:pt idx="33">1.732</cx:pt>
          <cx:pt idx="34">1.9139999999999999</cx:pt>
          <cx:pt idx="35">2.0059999999999998</cx:pt>
          <cx:pt idx="36">2.254</cx:pt>
          <cx:pt idx="37">2.266</cx:pt>
          <cx:pt idx="38">2.3690000000000002</cx:pt>
          <cx:pt idx="39">2.3690000000000002</cx:pt>
          <cx:pt idx="40">2.4199999999999999</cx:pt>
          <cx:pt idx="41">2.5419999999999998</cx:pt>
          <cx:pt idx="42">2.6389999999999998</cx:pt>
          <cx:pt idx="43">2.98</cx:pt>
          <cx:pt idx="44">3.1019999999999999</cx:pt>
          <cx:pt idx="45">3.1320000000000001</cx:pt>
          <cx:pt idx="46">7.1820000000000004</cx:pt>
          <cx:pt idx="47">1.7609999999999999</cx:pt>
          <cx:pt idx="48">2.0710000000000002</cx:pt>
          <cx:pt idx="49">2.2599999999999998</cx:pt>
          <cx:pt idx="50">2.3860000000000001</cx:pt>
          <cx:pt idx="51">2.5579999999999998</cx:pt>
          <cx:pt idx="52">2.976</cx:pt>
          <cx:pt idx="53">3.0859999999999999</cx:pt>
          <cx:pt idx="54">3.5289999999999999</cx:pt>
          <cx:pt idx="55">3.7200000000000002</cx:pt>
          <cx:pt idx="56">1.8320000000000001</cx:pt>
          <cx:pt idx="57">1.9219999999999999</cx:pt>
          <cx:pt idx="58">1.9419999999999999</cx:pt>
          <cx:pt idx="59">2.6520000000000001</cx:pt>
          <cx:pt idx="60">2.782</cx:pt>
          <cx:pt idx="61">2.9980000000000002</cx:pt>
          <cx:pt idx="62">3.181</cx:pt>
          <cx:pt idx="63">4.3899999999999997</cx:pt>
          <cx:pt idx="64">5.6399999999999997</cx:pt>
          <cx:pt idx="65">2.3180000000000001</cx:pt>
          <cx:pt idx="66">2.6379999999999999</cx:pt>
          <cx:pt idx="67">2.9470000000000001</cx:pt>
          <cx:pt idx="68">3.4119999999999999</cx:pt>
          <cx:pt idx="69">3.8250000000000002</cx:pt>
          <cx:pt idx="70">5.0270000000000001</cx:pt>
          <cx:pt idx="71">2.2759999999999998</cx:pt>
          <cx:pt idx="72">2.4969999999999999</cx:pt>
          <cx:pt idx="73">2.5289999999999999</cx:pt>
          <cx:pt idx="74">2.5830000000000002</cx:pt>
          <cx:pt idx="75">2.73</cx:pt>
          <cx:pt idx="76">2.9119999999999999</cx:pt>
          <cx:pt idx="77">3.4700000000000002</cx:pt>
          <cx:pt idx="78">3.552</cx:pt>
          <cx:pt idx="79">3.6309999999999998</cx:pt>
          <cx:pt idx="80">3.6339999999999999</cx:pt>
          <cx:pt idx="81">4.5940000000000003</cx:pt>
          <cx:pt idx="82">2.0880000000000001</cx:pt>
          <cx:pt idx="83">2.4470000000000001</cx:pt>
          <cx:pt idx="84">2.492</cx:pt>
          <cx:pt idx="85">3.012</cx:pt>
          <cx:pt idx="86">3.1429999999999998</cx:pt>
          <cx:pt idx="87">4.2990000000000004</cx:pt>
          <cx:pt idx="88">5.7089999999999996</cx:pt>
          <cx:pt idx="89">2.024</cx:pt>
          <cx:pt idx="90">2.8900000000000001</cx:pt>
          <cx:pt idx="91">3.968</cx:pt>
          <cx:pt idx="92">5.3970000000000002</cx:pt>
          <cx:pt idx="93">2.2290000000000001</cx:pt>
          <cx:pt idx="94">2.6989999999999998</cx:pt>
          <cx:pt idx="95">2.9500000000000002</cx:pt>
          <cx:pt idx="96">3.2719999999999998</cx:pt>
          <cx:pt idx="97">3.3929999999999998</cx:pt>
          <cx:pt idx="98">3.5009999999999999</cx:pt>
          <cx:pt idx="99">3.5369999999999999</cx:pt>
          <cx:pt idx="100">3.718</cx:pt>
          <cx:pt idx="101">3.7549999999999999</cx:pt>
          <cx:pt idx="102">2.2589999999999999</cx:pt>
          <cx:pt idx="103">2.6930000000000001</cx:pt>
          <cx:pt idx="104">2.875</cx:pt>
          <cx:pt idx="105">2.883</cx:pt>
          <cx:pt idx="106">2.891</cx:pt>
          <cx:pt idx="107">3.0960000000000001</cx:pt>
          <cx:pt idx="108">3.3900000000000001</cx:pt>
          <cx:pt idx="109">3.3969999999999998</cx:pt>
          <cx:pt idx="110">3.468</cx:pt>
          <cx:pt idx="111">3.8679999999999999</cx:pt>
          <cx:pt idx="112">4.8010000000000002</cx:pt>
          <cx:pt idx="113">5.1639999999999997</cx:pt>
          <cx:pt idx="114">2.3759999999999999</cx:pt>
          <cx:pt idx="115">3.2450000000000001</cx:pt>
          <cx:pt idx="116">3.383</cx:pt>
          <cx:pt idx="117">3.5419999999999998</cx:pt>
          <cx:pt idx="118">3.7759999999999998</cx:pt>
          <cx:pt idx="119">3.9180000000000001</cx:pt>
          <cx:pt idx="120">4.9500000000000002</cx:pt>
          <cx:pt idx="121">6.3010000000000002</cx:pt>
          <cx:pt idx="122">2.3780000000000001</cx:pt>
          <cx:pt idx="123">2.8759999999999999</cx:pt>
          <cx:pt idx="124">3.2349999999999999</cx:pt>
          <cx:pt idx="125">3.2719999999999998</cx:pt>
          <cx:pt idx="126">3.2930000000000001</cx:pt>
          <cx:pt idx="127">3.298</cx:pt>
          <cx:pt idx="128">4.1059999999999999</cx:pt>
          <cx:pt idx="129">4.3719999999999999</cx:pt>
          <cx:pt idx="130">4.4779999999999998</cx:pt>
          <cx:pt idx="131">4.484</cx:pt>
          <cx:pt idx="132">4.7649999999999997</cx:pt>
          <cx:pt idx="133">2.895</cx:pt>
          <cx:pt idx="134">3.02</cx:pt>
          <cx:pt idx="135">3.044</cx:pt>
          <cx:pt idx="136">3.1259999999999999</cx:pt>
          <cx:pt idx="137">3.2200000000000002</cx:pt>
          <cx:pt idx="138">3.234</cx:pt>
          <cx:pt idx="139">3.3719999999999999</cx:pt>
          <cx:pt idx="140">3.452</cx:pt>
          <cx:pt idx="141">3.5089999999999999</cx:pt>
          <cx:pt idx="142">3.847</cx:pt>
          <cx:pt idx="143">4.992</cx:pt>
          <cx:pt idx="144">6.4109999999999996</cx:pt>
          <cx:pt idx="145">2.855</cx:pt>
          <cx:pt idx="146">3.339</cx:pt>
          <cx:pt idx="147">3.452</cx:pt>
          <cx:pt idx="148">3.4580000000000002</cx:pt>
          <cx:pt idx="149">3.5840000000000001</cx:pt>
          <cx:pt idx="150">3.8370000000000002</cx:pt>
          <cx:pt idx="151">4.0330000000000004</cx:pt>
          <cx:pt idx="152">4.0389999999999997</cx:pt>
          <cx:pt idx="153">2.907</cx:pt>
          <cx:pt idx="154">3.1429999999999998</cx:pt>
          <cx:pt idx="155">3.6280000000000001</cx:pt>
          <cx:pt idx="156">3.6890000000000001</cx:pt>
          <cx:pt idx="157">3.9510000000000001</cx:pt>
          <cx:pt idx="158">4.2859999999999996</cx:pt>
          <cx:pt idx="159">4.4269999999999996</cx:pt>
          <cx:pt idx="160">7.4619999999999997</cx:pt>
          <cx:pt idx="161">2.7879999999999998</cx:pt>
          <cx:pt idx="162">2.9430000000000001</cx:pt>
          <cx:pt idx="163">3.1040000000000001</cx:pt>
          <cx:pt idx="164">3.2269999999999999</cx:pt>
          <cx:pt idx="165">3.2919999999999998</cx:pt>
          <cx:pt idx="166">3.391</cx:pt>
          <cx:pt idx="167">3.7200000000000002</cx:pt>
          <cx:pt idx="168">3.9529999999999998</cx:pt>
          <cx:pt idx="169">4.0330000000000004</cx:pt>
          <cx:pt idx="170">4.7089999999999996</cx:pt>
          <cx:pt idx="171">4.7640000000000002</cx:pt>
          <cx:pt idx="172">5</cx:pt>
          <cx:pt idx="173">5.4349999999999996</cx:pt>
          <cx:pt idx="174">6.79</cx:pt>
          <cx:pt idx="175">2.8650000000000002</cx:pt>
          <cx:pt idx="176">3.5070000000000001</cx:pt>
          <cx:pt idx="177">3.5169999999999999</cx:pt>
          <cx:pt idx="178">3.5910000000000002</cx:pt>
          <cx:pt idx="179">3.7160000000000002</cx:pt>
          <cx:pt idx="180">3.77</cx:pt>
          <cx:pt idx="181">3.9729999999999999</cx:pt>
          <cx:pt idx="182">4.0069999999999997</cx:pt>
          <cx:pt idx="183">4.21</cx:pt>
          <cx:pt idx="184">5.8959999999999999</cx:pt>
          <cx:pt idx="185">1.952</cx:pt>
          <cx:pt idx="186">2.694</cx:pt>
          <cx:pt idx="187">2.8530000000000002</cx:pt>
          <cx:pt idx="188">3.4870000000000001</cx:pt>
          <cx:pt idx="189">3.9460000000000002</cx:pt>
          <cx:pt idx="190">3.9569999999999999</cx:pt>
          <cx:pt idx="191">4.1840000000000002</cx:pt>
          <cx:pt idx="192">4.7169999999999996</cx:pt>
          <cx:pt idx="193">3.4580000000000002</cx:pt>
          <cx:pt idx="194">3.7570000000000001</cx:pt>
          <cx:pt idx="195">3.9129999999999998</cx:pt>
          <cx:pt idx="196">4.2709999999999999</cx:pt>
          <cx:pt idx="197">4.7590000000000003</cx:pt>
          <cx:pt idx="198">4.7939999999999996</cx:pt>
          <cx:pt idx="199">3.4569999999999999</cx:pt>
          <cx:pt idx="200">3.6680000000000001</cx:pt>
          <cx:pt idx="201">4.3170000000000002</cx:pt>
          <cx:pt idx="202">4.5039999999999996</cx:pt>
          <cx:pt idx="203">6.5250000000000004</cx:pt>
          <cx:pt idx="204">3.734</cx:pt>
          <cx:pt idx="205">3.819</cx:pt>
          <cx:pt idx="206">4.1639999999999997</cx:pt>
          <cx:pt idx="207">4.4580000000000002</cx:pt>
          <cx:pt idx="208">5.4690000000000003</cx:pt>
          <cx:pt idx="209">5.7270000000000003</cx:pt>
          <cx:pt idx="210">3.0699999999999998</cx:pt>
          <cx:pt idx="211">3.0950000000000002</cx:pt>
          <cx:pt idx="212">3.141</cx:pt>
          <cx:pt idx="213">3.3929999999999998</cx:pt>
          <cx:pt idx="214">3.6099999999999999</cx:pt>
          <cx:pt idx="215">3.6970000000000001</cx:pt>
          <cx:pt idx="216">4.4390000000000001</cx:pt>
          <cx:pt idx="217">6.1920000000000002</cx:pt>
          <cx:pt idx="218">3.3370000000000002</cx:pt>
          <cx:pt idx="219">3.6080000000000001</cx:pt>
          <cx:pt idx="220">3.7389999999999999</cx:pt>
          <cx:pt idx="221">3.895</cx:pt>
          <cx:pt idx="222">4.109</cx:pt>
          <cx:pt idx="223">4.2389999999999999</cx:pt>
          <cx:pt idx="224">5.9539999999999997</cx:pt>
          <cx:pt idx="225">6.4550000000000001</cx:pt>
          <cx:pt idx="226">6.984</cx:pt>
          <cx:pt idx="227">3.226</cx:pt>
          <cx:pt idx="228">3.8889999999999998</cx:pt>
          <cx:pt idx="229">4.5149999999999997</cx:pt>
          <cx:pt idx="230">4.5679999999999996</cx:pt>
          <cx:pt idx="231">9.2560000000000002</cx:pt>
          <cx:pt idx="232">2.9670000000000001</cx:pt>
          <cx:pt idx="233">3.2749999999999999</cx:pt>
          <cx:pt idx="234">3.335</cx:pt>
          <cx:pt idx="235">3.5179999999999998</cx:pt>
          <cx:pt idx="236">4.1829999999999998</cx:pt>
          <cx:pt idx="237">4.4340000000000002</cx:pt>
          <cx:pt idx="238">4.4829999999999997</cx:pt>
          <cx:pt idx="239">5.6950000000000003</cx:pt>
          <cx:pt idx="240">3.0179999999999998</cx:pt>
          <cx:pt idx="241">3.444</cx:pt>
          <cx:pt idx="242">3.4830000000000001</cx:pt>
          <cx:pt idx="243">3.9590000000000001</cx:pt>
          <cx:pt idx="244">4.54</cx:pt>
          <cx:pt idx="245">5.0369999999999999</cx:pt>
          <cx:pt idx="246">3.7949999999999999</cx:pt>
          <cx:pt idx="247">4.976</cx:pt>
          <cx:pt idx="248">5.6299999999999999</cx:pt>
          <cx:pt idx="249">7.8840000000000003</cx:pt>
          <cx:pt idx="250">3.8079999999999998</cx:pt>
          <cx:pt idx="251">4.5860000000000003</cx:pt>
          <cx:pt idx="252">4.7850000000000001</cx:pt>
          <cx:pt idx="253">3.4180000000000001</cx:pt>
          <cx:pt idx="254">3.46</cx:pt>
          <cx:pt idx="255">5.1879999999999997</cx:pt>
          <cx:pt idx="256">5.9720000000000004</cx:pt>
          <cx:pt idx="257">5.976</cx:pt>
          <cx:pt idx="258">2.5870000000000002</cx:pt>
          <cx:pt idx="259">3.7400000000000002</cx:pt>
          <cx:pt idx="260">4.319</cx:pt>
          <cx:pt idx="261">4.3789999999999996</cx:pt>
          <cx:pt idx="262">4.4039999999999999</cx:pt>
          <cx:pt idx="263">4.4660000000000002</cx:pt>
          <cx:pt idx="264">5.2919999999999998</cx:pt>
          <cx:pt idx="265">5.5780000000000003</cx:pt>
          <cx:pt idx="266">2.9630000000000001</cx:pt>
          <cx:pt idx="267">3.698</cx:pt>
          <cx:pt idx="268">4.1710000000000003</cx:pt>
          <cx:pt idx="269">4.1909999999999998</cx:pt>
          <cx:pt idx="270">4.306</cx:pt>
          <cx:pt idx="271">4.9290000000000003</cx:pt>
          <cx:pt idx="272">5.2279999999999998</cx:pt>
          <cx:pt idx="273">5.3289999999999997</cx:pt>
          <cx:pt idx="274">3.2010000000000001</cx:pt>
          <cx:pt idx="275">3.5649999999999999</cx:pt>
          <cx:pt idx="276">3.8500000000000001</cx:pt>
          <cx:pt idx="277">4.2210000000000001</cx:pt>
          <cx:pt idx="278">4.6299999999999999</cx:pt>
          <cx:pt idx="279">6.2409999999999997</cx:pt>
          <cx:pt idx="280">8.7219999999999995</cx:pt>
          <cx:pt idx="281">3.6760000000000002</cx:pt>
          <cx:pt idx="282">4.032</cx:pt>
          <cx:pt idx="283">4.6180000000000003</cx:pt>
          <cx:pt idx="284">5.5750000000000002</cx:pt>
          <cx:pt idx="285">8.2739999999999991</cx:pt>
          <cx:pt idx="286">3.399</cx:pt>
          <cx:pt idx="287">4.431</cx:pt>
          <cx:pt idx="288">4.8940000000000001</cx:pt>
          <cx:pt idx="289">6.0720000000000001</cx:pt>
          <cx:pt idx="290">6.7619999999999996</cx:pt>
          <cx:pt idx="291">4.1550000000000002</cx:pt>
          <cx:pt idx="292">4.3380000000000001</cx:pt>
          <cx:pt idx="293">4.4279999999999999</cx:pt>
          <cx:pt idx="294">5.0990000000000002</cx:pt>
          <cx:pt idx="295">4.5279999999999996</cx:pt>
          <cx:pt idx="296">4.5739999999999998</cx:pt>
          <cx:pt idx="297">4.024</cx:pt>
          <cx:pt idx="298">4.6619999999999999</cx:pt>
          <cx:pt idx="299">5.6319999999999997</cx:pt>
          <cx:pt idx="300">6.0730000000000004</cx:pt>
          <cx:pt idx="301">7.79</cx:pt>
          <cx:pt idx="302">4.3559999999999999</cx:pt>
          <cx:pt idx="303">4.4870000000000001</cx:pt>
          <cx:pt idx="304">4.9340000000000002</cx:pt>
          <cx:pt idx="305">5.6639999999999997</cx:pt>
          <cx:pt idx="306">4.1159999999999997</cx:pt>
          <cx:pt idx="307">4.617</cx:pt>
          <cx:pt idx="308">5.3449999999999998</cx:pt>
          <cx:pt idx="309">4.3010000000000002</cx:pt>
          <cx:pt idx="310">4.7510000000000003</cx:pt>
          <cx:pt idx="311">4.7729999999999997</cx:pt>
          <cx:pt idx="312">4.8659999999999997</cx:pt>
          <cx:pt idx="313">4.1890000000000001</cx:pt>
          <cx:pt idx="314">4.3550000000000004</cx:pt>
          <cx:pt idx="315">4.6319999999999997</cx:pt>
          <cx:pt idx="316">4.657</cx:pt>
          <cx:pt idx="317">4.7309999999999999</cx:pt>
          <cx:pt idx="318">4.7690000000000001</cx:pt>
          <cx:pt idx="319">5.6909999999999998</cx:pt>
          <cx:pt idx="320">5.1139999999999999</cx:pt>
          <cx:pt idx="321">3.6629999999999998</cx:pt>
          <cx:pt idx="322">4.5039999999999996</cx:pt>
          <cx:pt idx="323">4.6699999999999999</cx:pt>
          <cx:pt idx="324">4.4779999999999998</cx:pt>
          <cx:pt idx="325">4.4829999999999997</cx:pt>
          <cx:pt idx="326">5.0069999999999997</cx:pt>
          <cx:pt idx="327">5.5359999999999996</cx:pt>
          <cx:pt idx="328">5.5670000000000002</cx:pt>
          <cx:pt idx="329">3.6589999999999998</cx:pt>
          <cx:pt idx="330">4</cx:pt>
          <cx:pt idx="331">4.3730000000000002</cx:pt>
          <cx:pt idx="332">5.024</cx:pt>
          <cx:pt idx="333">5.391</cx:pt>
          <cx:pt idx="334">5.601</cx:pt>
          <cx:pt idx="335">5.6989999999999998</cx:pt>
          <cx:pt idx="336">8.8330000000000002</cx:pt>
          <cx:pt idx="337">4.2610000000000001</cx:pt>
          <cx:pt idx="338">5.2629999999999999</cx:pt>
          <cx:pt idx="339">5.5659999999999998</cx:pt>
          <cx:pt idx="340">3.8359999999999999</cx:pt>
          <cx:pt idx="341">4.1239999999999997</cx:pt>
          <cx:pt idx="342">4.4569999999999999</cx:pt>
          <cx:pt idx="343">4.6799999999999997</cx:pt>
          <cx:pt idx="344">4.7519999999999998</cx:pt>
          <cx:pt idx="345">5.1299999999999999</cx:pt>
          <cx:pt idx="346">5.5640000000000001</cx:pt>
          <cx:pt idx="347">3.524</cx:pt>
          <cx:pt idx="348">5.5789999999999997</cx:pt>
          <cx:pt idx="349">7.6479999999999997</cx:pt>
          <cx:pt idx="350">3.2759999999999998</cx:pt>
          <cx:pt idx="351">4.2619999999999996</cx:pt>
          <cx:pt idx="352">4.5720000000000001</cx:pt>
          <cx:pt idx="353">4.625</cx:pt>
          <cx:pt idx="354">5.992</cx:pt>
          <cx:pt idx="355">6.9880000000000004</cx:pt>
          <cx:pt idx="356">7.6529999999999996</cx:pt>
          <cx:pt idx="357">4.226</cx:pt>
          <cx:pt idx="358">4.3979999999999997</cx:pt>
          <cx:pt idx="359">4.4249999999999998</cx:pt>
          <cx:pt idx="360">4.4950000000000001</cx:pt>
          <cx:pt idx="361">4.601</cx:pt>
          <cx:pt idx="362">4.6280000000000001</cx:pt>
          <cx:pt idx="363">4.6619999999999999</cx:pt>
          <cx:pt idx="364">4.6829999999999998</cx:pt>
          <cx:pt idx="365">3.9780000000000002</cx:pt>
          <cx:pt idx="366">5.0890000000000004</cx:pt>
          <cx:pt idx="367">5.1230000000000002</cx:pt>
          <cx:pt idx="368">5.7679999999999998</cx:pt>
          <cx:pt idx="369">4.1479999999999997</cx:pt>
          <cx:pt idx="370">5.0350000000000001</cx:pt>
          <cx:pt idx="371">6.6600000000000001</cx:pt>
          <cx:pt idx="372">4.9409999999999998</cx:pt>
          <cx:pt idx="373">5.1840000000000002</cx:pt>
          <cx:pt idx="374">6.2779999999999996</cx:pt>
          <cx:pt idx="375">5.0880000000000001</cx:pt>
          <cx:pt idx="376">5.21</cx:pt>
          <cx:pt idx="377">5.3230000000000004</cx:pt>
          <cx:pt idx="378">7.2590000000000003</cx:pt>
          <cx:pt idx="379">4.4790000000000001</cx:pt>
          <cx:pt idx="380">4.5549999999999997</cx:pt>
          <cx:pt idx="381">4.7389999999999999</cx:pt>
          <cx:pt idx="382">7.4950000000000001</cx:pt>
          <cx:pt idx="383">4.2190000000000003</cx:pt>
          <cx:pt idx="384">5.343</cx:pt>
          <cx:pt idx="385">5.9880000000000004</cx:pt>
          <cx:pt idx="386">4.3639999999999999</cx:pt>
          <cx:pt idx="387">4.7619999999999996</cx:pt>
          <cx:pt idx="388">5.4199999999999999</cx:pt>
          <cx:pt idx="389">5.7370000000000001</cx:pt>
          <cx:pt idx="390">4.04</cx:pt>
          <cx:pt idx="391">4.8259999999999996</cx:pt>
          <cx:pt idx="392">5.665</cx:pt>
          <cx:pt idx="393">5.7210000000000001</cx:pt>
          <cx:pt idx="394">3.9529999999999998</cx:pt>
          <cx:pt idx="395">4.3799999999999999</cx:pt>
          <cx:pt idx="396">5.0629999999999997</cx:pt>
          <cx:pt idx="397">4.9569999999999999</cx:pt>
          <cx:pt idx="398">6.0069999999999997</cx:pt>
          <cx:pt idx="399">6.5659999999999998</cx:pt>
          <cx:pt idx="400">4.1520000000000001</cx:pt>
          <cx:pt idx="401">4.7240000000000002</cx:pt>
          <cx:pt idx="402">3.9239999999999999</cx:pt>
          <cx:pt idx="403">4.7770000000000001</cx:pt>
          <cx:pt idx="404">5.0179999999999998</cx:pt>
          <cx:pt idx="405">5.391</cx:pt>
          <cx:pt idx="406">6.2210000000000001</cx:pt>
          <cx:pt idx="407">11.276999999999999</cx:pt>
          <cx:pt idx="408">4.7679999999999998</cx:pt>
          <cx:pt idx="409">4.96</cx:pt>
          <cx:pt idx="410">5.8120000000000003</cx:pt>
          <cx:pt idx="411">8.0419999999999998</cx:pt>
          <cx:pt idx="412">5.367</cx:pt>
          <cx:pt idx="413">5.3680000000000003</cx:pt>
          <cx:pt idx="414">5.484</cx:pt>
          <cx:pt idx="415">5.5129999999999999</cx:pt>
          <cx:pt idx="416">11.738</cx:pt>
          <cx:pt idx="417">4.843</cx:pt>
          <cx:pt idx="418">6.2119999999999997</cx:pt>
          <cx:pt idx="419">8.2070000000000007</cx:pt>
          <cx:pt idx="420">5.0609999999999999</cx:pt>
          <cx:pt idx="421">4.0119999999999996</cx:pt>
          <cx:pt idx="422">4.6849999999999996</cx:pt>
          <cx:pt idx="423">5.2510000000000003</cx:pt>
          <cx:pt idx="424">5.5279999999999996</cx:pt>
          <cx:pt idx="425">10.221</cx:pt>
          <cx:pt idx="426">4.1520000000000001</cx:pt>
          <cx:pt idx="427">4.569</cx:pt>
          <cx:pt idx="428">6.0060000000000002</cx:pt>
          <cx:pt idx="429">7.6779999999999999</cx:pt>
          <cx:pt idx="430">5.5490000000000004</cx:pt>
          <cx:pt idx="431">6.3920000000000003</cx:pt>
          <cx:pt idx="432">4.4610000000000003</cx:pt>
          <cx:pt idx="433">5.1970000000000001</cx:pt>
          <cx:pt idx="434">9.0389999999999997</cx:pt>
          <cx:pt idx="435">5.7670000000000003</cx:pt>
          <cx:pt idx="436">4.6799999999999997</cx:pt>
          <cx:pt idx="437">4.5579999999999998</cx:pt>
          <cx:pt idx="438">4.7089999999999996</cx:pt>
          <cx:pt idx="439">5.9720000000000004</cx:pt>
          <cx:pt idx="440">6.0720000000000001</cx:pt>
          <cx:pt idx="441">6.508</cx:pt>
          <cx:pt idx="442">4.375</cx:pt>
          <cx:pt idx="443">5.2450000000000001</cx:pt>
          <cx:pt idx="444">5.4530000000000003</cx:pt>
          <cx:pt idx="445">5.8949999999999996</cx:pt>
          <cx:pt idx="446">7.0499999999999998</cx:pt>
          <cx:pt idx="447">4.4089999999999998</cx:pt>
          <cx:pt idx="448">5.8639999999999999</cx:pt>
          <cx:pt idx="449">8.1430000000000007</cx:pt>
          <cx:pt idx="450">5.5099999999999998</cx:pt>
          <cx:pt idx="451">5.8330000000000002</cx:pt>
          <cx:pt idx="452">8.3719999999999999</cx:pt>
          <cx:pt idx="453">4.6719999999999997</cx:pt>
          <cx:pt idx="454">8.173</cx:pt>
          <cx:pt idx="455">8.3330000000000002</cx:pt>
          <cx:pt idx="456">11.058</cx:pt>
          <cx:pt idx="457">6.6109999999999998</cx:pt>
          <cx:pt idx="458">7.6070000000000002</cx:pt>
          <cx:pt idx="459">5.0039999999999996</cx:pt>
          <cx:pt idx="460">4.827</cx:pt>
          <cx:pt idx="461">4.8710000000000004</cx:pt>
          <cx:pt idx="462">8.5800000000000001</cx:pt>
          <cx:pt idx="463">4.6520000000000001</cx:pt>
          <cx:pt idx="464">5.0250000000000004</cx:pt>
          <cx:pt idx="465">5.6630000000000003</cx:pt>
          <cx:pt idx="466">7.3620000000000001</cx:pt>
          <cx:pt idx="467">5.8109999999999999</cx:pt>
          <cx:pt idx="468">6.5149999999999997</cx:pt>
          <cx:pt idx="469">4.9880000000000004</cx:pt>
          <cx:pt idx="470">5.4649999999999999</cx:pt>
          <cx:pt idx="471">4.4500000000000002</cx:pt>
          <cx:pt idx="472">7.1180000000000003</cx:pt>
          <cx:pt idx="473">4.2039999999999997</cx:pt>
          <cx:pt idx="474">5.843</cx:pt>
          <cx:pt idx="475">6.6790000000000003</cx:pt>
          <cx:pt idx="476">8.8580000000000005</cx:pt>
          <cx:pt idx="477">9.9359999999999999</cx:pt>
          <cx:pt idx="478">24.472000000000001</cx:pt>
          <cx:pt idx="479">4.7169999999999996</cx:pt>
          <cx:pt idx="480">7.3940000000000001</cx:pt>
          <cx:pt idx="481">5.1319999999999997</cx:pt>
          <cx:pt idx="482">6.351</cx:pt>
          <cx:pt idx="483">5.5899999999999999</cx:pt>
          <cx:pt idx="484">4.7199999999999998</cx:pt>
          <cx:pt idx="485">6.4710000000000001</cx:pt>
          <cx:pt idx="486">8.9450000000000003</cx:pt>
          <cx:pt idx="487">4.2770000000000001</cx:pt>
          <cx:pt idx="488">8.6649999999999991</cx:pt>
          <cx:pt idx="489">8.9199999999999999</cx:pt>
          <cx:pt idx="490">4.8230000000000004</cx:pt>
          <cx:pt idx="491">10.785</cx:pt>
          <cx:pt idx="492">6.8200000000000003</cx:pt>
          <cx:pt idx="493">6.2720000000000002</cx:pt>
          <cx:pt idx="494">6.7549999999999999</cx:pt>
          <cx:pt idx="495">7.2290000000000001</cx:pt>
          <cx:pt idx="496">4.4530000000000003</cx:pt>
          <cx:pt idx="497">5.2370000000000001</cx:pt>
          <cx:pt idx="498">5.2590000000000003</cx:pt>
          <cx:pt idx="499">5.782</cx:pt>
          <cx:pt idx="500">7.3479999999999999</cx:pt>
          <cx:pt idx="501">5.4390000000000001</cx:pt>
          <cx:pt idx="502">7.0549999999999997</cx:pt>
          <cx:pt idx="503">4.4850000000000003</cx:pt>
          <cx:pt idx="504">4.9210000000000003</cx:pt>
          <cx:pt idx="505">7.1840000000000002</cx:pt>
          <cx:pt idx="506">8.4120000000000008</cx:pt>
          <cx:pt idx="507">8.8260000000000005</cx:pt>
          <cx:pt idx="508">7.7039999999999997</cx:pt>
          <cx:pt idx="509">9.3309999999999995</cx:pt>
          <cx:pt idx="510">5.6310000000000002</cx:pt>
          <cx:pt idx="511">5.8440000000000003</cx:pt>
          <cx:pt idx="512">6.2850000000000001</cx:pt>
          <cx:pt idx="513">6.5679999999999996</cx:pt>
          <cx:pt idx="514">7.3689999999999998</cx:pt>
          <cx:pt idx="515">4.9199999999999999</cx:pt>
          <cx:pt idx="516">6.9829999999999997</cx:pt>
          <cx:pt idx="517">5.0149999999999997</cx:pt>
          <cx:pt idx="518">5.3879999999999999</cx:pt>
          <cx:pt idx="519">7.4429999999999996</cx:pt>
          <cx:pt idx="520">6.1980000000000004</cx:pt>
          <cx:pt idx="521">7.4400000000000004</cx:pt>
          <cx:pt idx="522">7.5549999999999997</cx:pt>
          <cx:pt idx="523">8.4580000000000002</cx:pt>
          <cx:pt idx="524">5.5549999999999997</cx:pt>
          <cx:pt idx="525">5.056</cx:pt>
          <cx:pt idx="526">6.2789999999999999</cx:pt>
          <cx:pt idx="527">6.3659999999999997</cx:pt>
          <cx:pt idx="528">6.9240000000000004</cx:pt>
          <cx:pt idx="529">6.5990000000000002</cx:pt>
          <cx:pt idx="530">6.7060000000000004</cx:pt>
          <cx:pt idx="531">6.827</cx:pt>
          <cx:pt idx="532">6.5060000000000002</cx:pt>
          <cx:pt idx="533">5.2229999999999999</cx:pt>
          <cx:pt idx="534">5.0819999999999999</cx:pt>
          <cx:pt idx="535">5.7089999999999996</cx:pt>
          <cx:pt idx="536">6.016</cx:pt>
          <cx:pt idx="537">6.3109999999999999</cx:pt>
          <cx:pt idx="538">13.455</cx:pt>
          <cx:pt idx="539">5.3869999999999996</cx:pt>
          <cx:pt idx="540">6.0960000000000001</cx:pt>
          <cx:pt idx="541">7.367</cx:pt>
          <cx:pt idx="542">7.7300000000000004</cx:pt>
          <cx:pt idx="543">11.241</cx:pt>
          <cx:pt idx="544">4.798</cx:pt>
          <cx:pt idx="545">6.4989999999999997</cx:pt>
          <cx:pt idx="546">8.9190000000000005</cx:pt>
          <cx:pt idx="547">6.1280000000000001</cx:pt>
          <cx:pt idx="548">6.9009999999999998</cx:pt>
          <cx:pt idx="549">4.8890000000000002</cx:pt>
          <cx:pt idx="550">7.8179999999999996</cx:pt>
          <cx:pt idx="551">14.565</cx:pt>
          <cx:pt idx="552">7.1070000000000002</cx:pt>
          <cx:pt idx="553">6.6500000000000004</cx:pt>
          <cx:pt idx="554">6.5670000000000002</cx:pt>
          <cx:pt idx="555">7.9820000000000002</cx:pt>
          <cx:pt idx="556">5.3090000000000002</cx:pt>
          <cx:pt idx="557">6.1920000000000002</cx:pt>
          <cx:pt idx="558">14.638</cx:pt>
          <cx:pt idx="559">8.9860000000000007</cx:pt>
          <cx:pt idx="560">5.452</cx:pt>
          <cx:pt idx="561">6.4539999999999997</cx:pt>
          <cx:pt idx="562">12.58</cx:pt>
          <cx:pt idx="563">7.609</cx:pt>
          <cx:pt idx="564">8.5549999999999997</cx:pt>
          <cx:pt idx="565">6.5629999999999997</cx:pt>
          <cx:pt idx="566">9.1199999999999992</cx:pt>
          <cx:pt idx="567">7.2619999999999996</cx:pt>
          <cx:pt idx="568">9.2430000000000003</cx:pt>
          <cx:pt idx="569">8.0139999999999993</cx:pt>
          <cx:pt idx="570">6.968</cx:pt>
          <cx:pt idx="571">8.1600000000000001</cx:pt>
          <cx:pt idx="572">7.9740000000000002</cx:pt>
          <cx:pt idx="573">9.5359999999999996</cx:pt>
          <cx:pt idx="574">7.1669999999999998</cx:pt>
          <cx:pt idx="575">7.3079999999999998</cx:pt>
          <cx:pt idx="576">16.687999999999999</cx:pt>
          <cx:pt idx="577">5.8600000000000003</cx:pt>
          <cx:pt idx="578">6.9619999999999997</cx:pt>
          <cx:pt idx="579">23.289999999999999</cx:pt>
          <cx:pt idx="580">9.3330000000000002</cx:pt>
          <cx:pt idx="581">7.0499999999999998</cx:pt>
          <cx:pt idx="582">7.5019999999999998</cx:pt>
          <cx:pt idx="583">7.0259999999999998</cx:pt>
          <cx:pt idx="584">7.3109999999999999</cx:pt>
          <cx:pt idx="585">8.5980000000000008</cx:pt>
          <cx:pt idx="586">9.0030000000000001</cx:pt>
          <cx:pt idx="587">9.7560000000000002</cx:pt>
          <cx:pt idx="588">7.1849999999999996</cx:pt>
          <cx:pt idx="589">10.026999999999999</cx:pt>
          <cx:pt idx="590">5.9950000000000001</cx:pt>
          <cx:pt idx="591">6.6909999999999998</cx:pt>
          <cx:pt idx="592">8.5069999999999997</cx:pt>
          <cx:pt idx="593">9.4570000000000007</cx:pt>
          <cx:pt idx="594">8.7300000000000004</cx:pt>
          <cx:pt idx="595">9.1389999999999993</cx:pt>
          <cx:pt idx="596">6.7910000000000004</cx:pt>
          <cx:pt idx="597">9.3659999999999997</cx:pt>
          <cx:pt idx="598">7.8970000000000002</cx:pt>
          <cx:pt idx="599">7.9829999999999997</cx:pt>
          <cx:pt idx="600">7.4119999999999999</cx:pt>
          <cx:pt idx="601">14.711</cx:pt>
          <cx:pt idx="602">7.8799999999999999</cx:pt>
          <cx:pt idx="603">9.2490000000000006</cx:pt>
          <cx:pt idx="604">10.045999999999999</cx:pt>
          <cx:pt idx="605">9.7490000000000006</cx:pt>
          <cx:pt idx="606">6.4080000000000004</cx:pt>
          <cx:pt idx="607">7.2149999999999999</cx:pt>
          <cx:pt idx="608">7.3310000000000004</cx:pt>
          <cx:pt idx="609">6.649</cx:pt>
          <cx:pt idx="610">9.3970000000000002</cx:pt>
          <cx:pt idx="611">8.2309999999999999</cx:pt>
          <cx:pt idx="612">7.9260000000000002</cx:pt>
          <cx:pt idx="613">8.5299999999999994</cx:pt>
          <cx:pt idx="614">16.387</cx:pt>
          <cx:pt idx="615">7.3849999999999998</cx:pt>
          <cx:pt idx="616">8.6839999999999993</cx:pt>
          <cx:pt idx="617">8.4390000000000001</cx:pt>
          <cx:pt idx="618">7.9820000000000002</cx:pt>
          <cx:pt idx="619">16.277000000000001</cx:pt>
          <cx:pt idx="620">10.946999999999999</cx:pt>
          <cx:pt idx="621">8.1470000000000002</cx:pt>
          <cx:pt idx="622">6.7439999999999998</cx:pt>
          <cx:pt idx="623">7.0990000000000002</cx:pt>
          <cx:pt idx="624">7.3769999999999998</cx:pt>
          <cx:pt idx="625">8.0090000000000003</cx:pt>
          <cx:pt idx="626">9.2680000000000007</cx:pt>
          <cx:pt idx="627">7.9210000000000003</cx:pt>
          <cx:pt idx="628">39.182000000000002</cx:pt>
          <cx:pt idx="629">10.629</cx:pt>
          <cx:pt idx="630">8.8510000000000009</cx:pt>
          <cx:pt idx="631">12.609</cx:pt>
          <cx:pt idx="632">10.548</cx:pt>
          <cx:pt idx="633">9.5449999999999999</cx:pt>
          <cx:pt idx="634">6.9989999999999997</cx:pt>
          <cx:pt idx="635">8.0280000000000005</cx:pt>
          <cx:pt idx="636">8.5459999999999994</cx:pt>
          <cx:pt idx="637">9.0570000000000004</cx:pt>
          <cx:pt idx="638">6.0620000000000003</cx:pt>
          <cx:pt idx="639">9.1869999999999994</cx:pt>
          <cx:pt idx="640">21.314</cx:pt>
          <cx:pt idx="641">9.3550000000000004</cx:pt>
          <cx:pt idx="642">7.6420000000000003</cx:pt>
          <cx:pt idx="643">11.382</cx:pt>
          <cx:pt idx="644">16.702999999999999</cx:pt>
          <cx:pt idx="645">5.4180000000000001</cx:pt>
          <cx:pt idx="646">8.5549999999999997</cx:pt>
          <cx:pt idx="647">7.5110000000000001</cx:pt>
          <cx:pt idx="648">21.792999999999999</cx:pt>
          <cx:pt idx="649">8.2010000000000005</cx:pt>
          <cx:pt idx="650">9.8290000000000006</cx:pt>
          <cx:pt idx="651">6.2560000000000002</cx:pt>
          <cx:pt idx="652">8.2910000000000004</cx:pt>
          <cx:pt idx="653">10.189</cx:pt>
          <cx:pt idx="654">6.8129999999999997</cx:pt>
          <cx:pt idx="655">11.423999999999999</cx:pt>
          <cx:pt idx="656">8.3949999999999996</cx:pt>
          <cx:pt idx="657">8.875</cx:pt>
          <cx:pt idx="658">10.284000000000001</cx:pt>
          <cx:pt idx="659">10.345000000000001</cx:pt>
          <cx:pt idx="660">9.2149999999999999</cx:pt>
          <cx:pt idx="661">8.5800000000000001</cx:pt>
          <cx:pt idx="662">10.375999999999999</cx:pt>
          <cx:pt idx="663">9.8469999999999995</cx:pt>
          <cx:pt idx="664">15.210000000000001</cx:pt>
          <cx:pt idx="665">8.6750000000000007</cx:pt>
          <cx:pt idx="666">4.4770000000000003</cx:pt>
          <cx:pt idx="667">30.675999999999998</cx:pt>
          <cx:pt idx="668">10.048999999999999</cx:pt>
          <cx:pt idx="669">10.289999999999999</cx:pt>
          <cx:pt idx="670">8.6940000000000008</cx:pt>
          <cx:pt idx="671">9.3119999999999994</cx:pt>
          <cx:pt idx="672">12.929</cx:pt>
          <cx:pt idx="673">7.8470000000000004</cx:pt>
          <cx:pt idx="674">23.721</cx:pt>
          <cx:pt idx="675">14.300000000000001</cx:pt>
          <cx:pt idx="676">9.6660000000000004</cx:pt>
          <cx:pt idx="677">9.548</cx:pt>
          <cx:pt idx="678">9.4139999999999997</cx:pt>
          <cx:pt idx="679">20.713000000000001</cx:pt>
          <cx:pt idx="680">7.0380000000000003</cx:pt>
          <cx:pt idx="681">10.353999999999999</cx:pt>
          <cx:pt idx="682">20.265999999999998</cx:pt>
          <cx:pt idx="683">9.9299999999999997</cx:pt>
          <cx:pt idx="684">6.8630000000000004</cx:pt>
          <cx:pt idx="685">30.260000000000002</cx:pt>
          <cx:pt idx="686">9.8149999999999995</cx:pt>
          <cx:pt idx="687">10.593999999999999</cx:pt>
          <cx:pt idx="688">32.283999999999999</cx:pt>
          <cx:pt idx="689">19.434000000000001</cx:pt>
          <cx:pt idx="690">9.9209999999999994</cx:pt>
          <cx:pt idx="691">32.177999999999997</cx:pt>
          <cx:pt idx="692">10.122999999999999</cx:pt>
          <cx:pt idx="693">16.559999999999999</cx:pt>
          <cx:pt idx="694">29.009</cx:pt>
          <cx:pt idx="695">37.302</cx:pt>
          <cx:pt idx="696">7.6539999999999999</cx:pt>
          <cx:pt idx="697">10.913</cx:pt>
          <cx:pt idx="698">11.601000000000001</cx:pt>
          <cx:pt idx="699">23.268999999999998</cx:pt>
          <cx:pt idx="700">12.552</cx:pt>
          <cx:pt idx="701">17.341000000000001</cx:pt>
          <cx:pt idx="702">20.800999999999998</cx:pt>
          <cx:pt idx="703">52.887</cx:pt>
          <cx:pt idx="704">22.052</cx:pt>
          <cx:pt idx="705">32.636000000000003</cx:pt>
          <cx:pt idx="706">14.836</cx:pt>
          <cx:pt idx="707">14.458</cx:pt>
          <cx:pt idx="708">7.8540000000000001</cx:pt>
          <cx:pt idx="709">10.497</cx:pt>
          <cx:pt idx="710">45.969999999999999</cx:pt>
          <cx:pt idx="711">16.358000000000001</cx:pt>
          <cx:pt idx="712">17.963999999999999</cx:pt>
          <cx:pt idx="713">14.84</cx:pt>
          <cx:pt idx="714">143.25700000000001</cx:pt>
          <cx:pt idx="715">17.666</cx:pt>
          <cx:pt idx="716">32.484000000000002</cx:pt>
        </cx:lvl>
      </cx:numDim>
    </cx:data>
  </cx:chartData>
  <cx:chart>
    <cx:title pos="t" align="ctr" overlay="0">
      <cx:tx>
        <cx:txData>
          <cx:v>Height</cx:v>
        </cx:txData>
      </cx:tx>
      <cx:txPr>
        <a:bodyPr spcFirstLastPara="1" vertOverflow="ellipsis" horzOverflow="overflow" wrap="square" lIns="0" tIns="0" rIns="0" bIns="0" anchor="ctr" anchorCtr="1"/>
        <a:lstStyle/>
        <a:p>
          <a:pPr algn="ctr" rtl="0">
            <a:defRPr/>
          </a:pPr>
          <a:r>
            <a:rPr lang="en-US" sz="1400" b="0" i="0" u="none" strike="noStrike" baseline="0">
              <a:solidFill>
                <a:sysClr val="windowText" lastClr="000000">
                  <a:lumMod val="65000"/>
                  <a:lumOff val="35000"/>
                </a:sysClr>
              </a:solidFill>
              <a:latin typeface="Aptos Narrow" panose="02110004020202020204"/>
            </a:rPr>
            <a:t>Height</a:t>
          </a:r>
        </a:p>
      </cx:txPr>
    </cx:title>
    <cx:plotArea>
      <cx:plotAreaRegion>
        <cx:series layoutId="clusteredColumn" uniqueId="{70BF9D7B-F40B-4A68-BC62-5DCA0C56AB5F}">
          <cx:dataLabels/>
          <cx:dataId val="0"/>
          <cx:layoutPr>
            <cx:binning intervalClosed="r" underflow="0" overflow="20">
              <cx:binCount val="30"/>
            </cx:binning>
          </cx:layoutPr>
        </cx:series>
      </cx:plotAreaRegion>
      <cx:axis id="0">
        <cx:catScaling gapWidth="0"/>
        <cx:tickLabels/>
        <cx:numFmt formatCode="#,##0.0" sourceLinked="0"/>
      </cx:axis>
      <cx:axis id="1">
        <cx:valScaling/>
        <cx:majorGridlines/>
        <cx:tickLabels/>
      </cx:axis>
    </cx:plotArea>
  </cx:chart>
</cx:chartSpace>
</file>

<file path=ppt/charts/chartEx24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numDim type="val">
        <cx:f>'no leave edited'!$H$2:$H$718</cx:f>
        <cx:lvl ptCount="717" formatCode="General">
          <cx:pt idx="0">0.001</cx:pt>
          <cx:pt idx="1">0.002</cx:pt>
          <cx:pt idx="2">0.0030000000000000001</cx:pt>
          <cx:pt idx="3">0.0030000000000000001</cx:pt>
          <cx:pt idx="4">0.0030000000000000001</cx:pt>
          <cx:pt idx="5">0.0030000000000000001</cx:pt>
          <cx:pt idx="6">0.0030000000000000001</cx:pt>
          <cx:pt idx="7">0.0040000000000000001</cx:pt>
          <cx:pt idx="8">0.0040000000000000001</cx:pt>
          <cx:pt idx="9">0.0040000000000000001</cx:pt>
          <cx:pt idx="10">0.0040000000000000001</cx:pt>
          <cx:pt idx="11">0.0040000000000000001</cx:pt>
          <cx:pt idx="12">0.0040000000000000001</cx:pt>
          <cx:pt idx="13">0.0050000000000000001</cx:pt>
          <cx:pt idx="14">0.0050000000000000001</cx:pt>
          <cx:pt idx="15">0.0050000000000000001</cx:pt>
          <cx:pt idx="16">0.0050000000000000001</cx:pt>
          <cx:pt idx="17">0.0050000000000000001</cx:pt>
          <cx:pt idx="18">0.0050000000000000001</cx:pt>
          <cx:pt idx="19">0.0050000000000000001</cx:pt>
          <cx:pt idx="20">0.0050000000000000001</cx:pt>
          <cx:pt idx="21">0.0060000000000000001</cx:pt>
          <cx:pt idx="22">0.0060000000000000001</cx:pt>
          <cx:pt idx="23">0.0060000000000000001</cx:pt>
          <cx:pt idx="24">0.0060000000000000001</cx:pt>
          <cx:pt idx="25">0.0060000000000000001</cx:pt>
          <cx:pt idx="26">0.0060000000000000001</cx:pt>
          <cx:pt idx="27">0.0060000000000000001</cx:pt>
          <cx:pt idx="28">0.0060000000000000001</cx:pt>
          <cx:pt idx="29">0.0060000000000000001</cx:pt>
          <cx:pt idx="30">0.0060000000000000001</cx:pt>
          <cx:pt idx="31">0.0060000000000000001</cx:pt>
          <cx:pt idx="32">0.0060000000000000001</cx:pt>
          <cx:pt idx="33">0.0070000000000000001</cx:pt>
          <cx:pt idx="34">0.0070000000000000001</cx:pt>
          <cx:pt idx="35">0.0070000000000000001</cx:pt>
          <cx:pt idx="36">0.0070000000000000001</cx:pt>
          <cx:pt idx="37">0.0070000000000000001</cx:pt>
          <cx:pt idx="38">0.0070000000000000001</cx:pt>
          <cx:pt idx="39">0.0070000000000000001</cx:pt>
          <cx:pt idx="40">0.0070000000000000001</cx:pt>
          <cx:pt idx="41">0.0070000000000000001</cx:pt>
          <cx:pt idx="42">0.0070000000000000001</cx:pt>
          <cx:pt idx="43">0.0070000000000000001</cx:pt>
          <cx:pt idx="44">0.0070000000000000001</cx:pt>
          <cx:pt idx="45">0.0070000000000000001</cx:pt>
          <cx:pt idx="46">0.0070000000000000001</cx:pt>
          <cx:pt idx="47">0.0080000000000000002</cx:pt>
          <cx:pt idx="48">0.0080000000000000002</cx:pt>
          <cx:pt idx="49">0.0080000000000000002</cx:pt>
          <cx:pt idx="50">0.0080000000000000002</cx:pt>
          <cx:pt idx="51">0.0080000000000000002</cx:pt>
          <cx:pt idx="52">0.0080000000000000002</cx:pt>
          <cx:pt idx="53">0.0080000000000000002</cx:pt>
          <cx:pt idx="54">0.0080000000000000002</cx:pt>
          <cx:pt idx="55">0.0080000000000000002</cx:pt>
          <cx:pt idx="56">0.0089999999999999993</cx:pt>
          <cx:pt idx="57">0.0089999999999999993</cx:pt>
          <cx:pt idx="58">0.0089999999999999993</cx:pt>
          <cx:pt idx="59">0.0089999999999999993</cx:pt>
          <cx:pt idx="60">0.0089999999999999993</cx:pt>
          <cx:pt idx="61">0.0089999999999999993</cx:pt>
          <cx:pt idx="62">0.0089999999999999993</cx:pt>
          <cx:pt idx="63">0.0089999999999999993</cx:pt>
          <cx:pt idx="64">0.0089999999999999993</cx:pt>
          <cx:pt idx="65">0.01</cx:pt>
          <cx:pt idx="66">0.01</cx:pt>
          <cx:pt idx="67">0.01</cx:pt>
          <cx:pt idx="68">0.01</cx:pt>
          <cx:pt idx="69">0.01</cx:pt>
          <cx:pt idx="70">0.01</cx:pt>
          <cx:pt idx="71">0.010999999999999999</cx:pt>
          <cx:pt idx="72">0.010999999999999999</cx:pt>
          <cx:pt idx="73">0.010999999999999999</cx:pt>
          <cx:pt idx="74">0.010999999999999999</cx:pt>
          <cx:pt idx="75">0.010999999999999999</cx:pt>
          <cx:pt idx="76">0.010999999999999999</cx:pt>
          <cx:pt idx="77">0.010999999999999999</cx:pt>
          <cx:pt idx="78">0.010999999999999999</cx:pt>
          <cx:pt idx="79">0.010999999999999999</cx:pt>
          <cx:pt idx="80">0.010999999999999999</cx:pt>
          <cx:pt idx="81">0.010999999999999999</cx:pt>
          <cx:pt idx="82">0.012</cx:pt>
          <cx:pt idx="83">0.012</cx:pt>
          <cx:pt idx="84">0.012</cx:pt>
          <cx:pt idx="85">0.012</cx:pt>
          <cx:pt idx="86">0.012</cx:pt>
          <cx:pt idx="87">0.012</cx:pt>
          <cx:pt idx="88">0.012</cx:pt>
          <cx:pt idx="89">0.012999999999999999</cx:pt>
          <cx:pt idx="90">0.012999999999999999</cx:pt>
          <cx:pt idx="91">0.012999999999999999</cx:pt>
          <cx:pt idx="92">0.012999999999999999</cx:pt>
          <cx:pt idx="93">0.014</cx:pt>
          <cx:pt idx="94">0.014</cx:pt>
          <cx:pt idx="95">0.014</cx:pt>
          <cx:pt idx="96">0.014</cx:pt>
          <cx:pt idx="97">0.014</cx:pt>
          <cx:pt idx="98">0.014</cx:pt>
          <cx:pt idx="99">0.014</cx:pt>
          <cx:pt idx="100">0.014</cx:pt>
          <cx:pt idx="101">0.014</cx:pt>
          <cx:pt idx="102">0.014999999999999999</cx:pt>
          <cx:pt idx="103">0.014999999999999999</cx:pt>
          <cx:pt idx="104">0.014999999999999999</cx:pt>
          <cx:pt idx="105">0.014999999999999999</cx:pt>
          <cx:pt idx="106">0.014999999999999999</cx:pt>
          <cx:pt idx="107">0.014999999999999999</cx:pt>
          <cx:pt idx="108">0.014999999999999999</cx:pt>
          <cx:pt idx="109">0.014999999999999999</cx:pt>
          <cx:pt idx="110">0.014999999999999999</cx:pt>
          <cx:pt idx="111">0.014999999999999999</cx:pt>
          <cx:pt idx="112">0.014999999999999999</cx:pt>
          <cx:pt idx="113">0.014999999999999999</cx:pt>
          <cx:pt idx="114">0.016</cx:pt>
          <cx:pt idx="115">0.016</cx:pt>
          <cx:pt idx="116">0.016</cx:pt>
          <cx:pt idx="117">0.016</cx:pt>
          <cx:pt idx="118">0.016</cx:pt>
          <cx:pt idx="119">0.016</cx:pt>
          <cx:pt idx="120">0.016</cx:pt>
          <cx:pt idx="121">0.016</cx:pt>
          <cx:pt idx="122">0.017000000000000001</cx:pt>
          <cx:pt idx="123">0.017000000000000001</cx:pt>
          <cx:pt idx="124">0.017000000000000001</cx:pt>
          <cx:pt idx="125">0.017000000000000001</cx:pt>
          <cx:pt idx="126">0.017000000000000001</cx:pt>
          <cx:pt idx="127">0.017000000000000001</cx:pt>
          <cx:pt idx="128">0.017000000000000001</cx:pt>
          <cx:pt idx="129">0.017000000000000001</cx:pt>
          <cx:pt idx="130">0.017000000000000001</cx:pt>
          <cx:pt idx="131">0.017000000000000001</cx:pt>
          <cx:pt idx="132">0.017000000000000001</cx:pt>
          <cx:pt idx="133">0.017999999999999999</cx:pt>
          <cx:pt idx="134">0.017999999999999999</cx:pt>
          <cx:pt idx="135">0.017999999999999999</cx:pt>
          <cx:pt idx="136">0.017999999999999999</cx:pt>
          <cx:pt idx="137">0.017999999999999999</cx:pt>
          <cx:pt idx="138">0.017999999999999999</cx:pt>
          <cx:pt idx="139">0.017999999999999999</cx:pt>
          <cx:pt idx="140">0.017999999999999999</cx:pt>
          <cx:pt idx="141">0.017999999999999999</cx:pt>
          <cx:pt idx="142">0.017999999999999999</cx:pt>
          <cx:pt idx="143">0.017999999999999999</cx:pt>
          <cx:pt idx="144">0.017999999999999999</cx:pt>
          <cx:pt idx="145">0.019</cx:pt>
          <cx:pt idx="146">0.019</cx:pt>
          <cx:pt idx="147">0.019</cx:pt>
          <cx:pt idx="148">0.019</cx:pt>
          <cx:pt idx="149">0.019</cx:pt>
          <cx:pt idx="150">0.019</cx:pt>
          <cx:pt idx="151">0.019</cx:pt>
          <cx:pt idx="152">0.019</cx:pt>
          <cx:pt idx="153">0.02</cx:pt>
          <cx:pt idx="154">0.02</cx:pt>
          <cx:pt idx="155">0.02</cx:pt>
          <cx:pt idx="156">0.02</cx:pt>
          <cx:pt idx="157">0.02</cx:pt>
          <cx:pt idx="158">0.02</cx:pt>
          <cx:pt idx="159">0.02</cx:pt>
          <cx:pt idx="160">0.02</cx:pt>
          <cx:pt idx="161">0.021000000000000001</cx:pt>
          <cx:pt idx="162">0.021000000000000001</cx:pt>
          <cx:pt idx="163">0.021000000000000001</cx:pt>
          <cx:pt idx="164">0.021000000000000001</cx:pt>
          <cx:pt idx="165">0.021000000000000001</cx:pt>
          <cx:pt idx="166">0.021000000000000001</cx:pt>
          <cx:pt idx="167">0.021000000000000001</cx:pt>
          <cx:pt idx="168">0.021000000000000001</cx:pt>
          <cx:pt idx="169">0.021000000000000001</cx:pt>
          <cx:pt idx="170">0.021000000000000001</cx:pt>
          <cx:pt idx="171">0.021000000000000001</cx:pt>
          <cx:pt idx="172">0.021000000000000001</cx:pt>
          <cx:pt idx="173">0.021000000000000001</cx:pt>
          <cx:pt idx="174">0.021000000000000001</cx:pt>
          <cx:pt idx="175">0.021999999999999999</cx:pt>
          <cx:pt idx="176">0.021999999999999999</cx:pt>
          <cx:pt idx="177">0.021999999999999999</cx:pt>
          <cx:pt idx="178">0.021999999999999999</cx:pt>
          <cx:pt idx="179">0.021999999999999999</cx:pt>
          <cx:pt idx="180">0.021999999999999999</cx:pt>
          <cx:pt idx="181">0.021999999999999999</cx:pt>
          <cx:pt idx="182">0.021999999999999999</cx:pt>
          <cx:pt idx="183">0.021999999999999999</cx:pt>
          <cx:pt idx="184">0.021999999999999999</cx:pt>
          <cx:pt idx="185">0.023</cx:pt>
          <cx:pt idx="186">0.023</cx:pt>
          <cx:pt idx="187">0.023</cx:pt>
          <cx:pt idx="188">0.023</cx:pt>
          <cx:pt idx="189">0.023</cx:pt>
          <cx:pt idx="190">0.023</cx:pt>
          <cx:pt idx="191">0.023</cx:pt>
          <cx:pt idx="192">0.023</cx:pt>
          <cx:pt idx="193">0.024</cx:pt>
          <cx:pt idx="194">0.024</cx:pt>
          <cx:pt idx="195">0.024</cx:pt>
          <cx:pt idx="196">0.024</cx:pt>
          <cx:pt idx="197">0.024</cx:pt>
          <cx:pt idx="198">0.024</cx:pt>
          <cx:pt idx="199">0.025000000000000001</cx:pt>
          <cx:pt idx="200">0.025000000000000001</cx:pt>
          <cx:pt idx="201">0.025000000000000001</cx:pt>
          <cx:pt idx="202">0.025000000000000001</cx:pt>
          <cx:pt idx="203">0.025000000000000001</cx:pt>
          <cx:pt idx="204">0.025999999999999999</cx:pt>
          <cx:pt idx="205">0.025999999999999999</cx:pt>
          <cx:pt idx="206">0.025999999999999999</cx:pt>
          <cx:pt idx="207">0.025999999999999999</cx:pt>
          <cx:pt idx="208">0.025999999999999999</cx:pt>
          <cx:pt idx="209">0.025999999999999999</cx:pt>
          <cx:pt idx="210">0.027</cx:pt>
          <cx:pt idx="211">0.027</cx:pt>
          <cx:pt idx="212">0.027</cx:pt>
          <cx:pt idx="213">0.027</cx:pt>
          <cx:pt idx="214">0.027</cx:pt>
          <cx:pt idx="215">0.027</cx:pt>
          <cx:pt idx="216">0.027</cx:pt>
          <cx:pt idx="217">0.027</cx:pt>
          <cx:pt idx="218">0.028000000000000001</cx:pt>
          <cx:pt idx="219">0.028000000000000001</cx:pt>
          <cx:pt idx="220">0.028000000000000001</cx:pt>
          <cx:pt idx="221">0.028000000000000001</cx:pt>
          <cx:pt idx="222">0.028000000000000001</cx:pt>
          <cx:pt idx="223">0.028000000000000001</cx:pt>
          <cx:pt idx="224">0.028000000000000001</cx:pt>
          <cx:pt idx="225">0.028000000000000001</cx:pt>
          <cx:pt idx="226">0.028000000000000001</cx:pt>
          <cx:pt idx="227">0.029000000000000001</cx:pt>
          <cx:pt idx="228">0.029000000000000001</cx:pt>
          <cx:pt idx="229">0.029000000000000001</cx:pt>
          <cx:pt idx="230">0.029000000000000001</cx:pt>
          <cx:pt idx="231">0.029000000000000001</cx:pt>
          <cx:pt idx="232">0.029999999999999999</cx:pt>
          <cx:pt idx="233">0.029999999999999999</cx:pt>
          <cx:pt idx="234">0.029999999999999999</cx:pt>
          <cx:pt idx="235">0.029999999999999999</cx:pt>
          <cx:pt idx="236">0.029999999999999999</cx:pt>
          <cx:pt idx="237">0.029999999999999999</cx:pt>
          <cx:pt idx="238">0.029999999999999999</cx:pt>
          <cx:pt idx="239">0.029999999999999999</cx:pt>
          <cx:pt idx="240">0.031</cx:pt>
          <cx:pt idx="241">0.031</cx:pt>
          <cx:pt idx="242">0.031</cx:pt>
          <cx:pt idx="243">0.031</cx:pt>
          <cx:pt idx="244">0.031</cx:pt>
          <cx:pt idx="245">0.031</cx:pt>
          <cx:pt idx="246">0.032000000000000001</cx:pt>
          <cx:pt idx="247">0.032000000000000001</cx:pt>
          <cx:pt idx="248">0.032000000000000001</cx:pt>
          <cx:pt idx="249">0.032000000000000001</cx:pt>
          <cx:pt idx="250">0.033000000000000002</cx:pt>
          <cx:pt idx="251">0.033000000000000002</cx:pt>
          <cx:pt idx="252">0.033000000000000002</cx:pt>
          <cx:pt idx="253">0.034000000000000002</cx:pt>
          <cx:pt idx="254">0.034000000000000002</cx:pt>
          <cx:pt idx="255">0.034000000000000002</cx:pt>
          <cx:pt idx="256">0.034000000000000002</cx:pt>
          <cx:pt idx="257">0.034000000000000002</cx:pt>
          <cx:pt idx="258">0.035000000000000003</cx:pt>
          <cx:pt idx="259">0.035000000000000003</cx:pt>
          <cx:pt idx="260">0.035000000000000003</cx:pt>
          <cx:pt idx="261">0.035000000000000003</cx:pt>
          <cx:pt idx="262">0.035000000000000003</cx:pt>
          <cx:pt idx="263">0.035000000000000003</cx:pt>
          <cx:pt idx="264">0.035000000000000003</cx:pt>
          <cx:pt idx="265">0.035000000000000003</cx:pt>
          <cx:pt idx="266">0.035999999999999997</cx:pt>
          <cx:pt idx="267">0.035999999999999997</cx:pt>
          <cx:pt idx="268">0.035999999999999997</cx:pt>
          <cx:pt idx="269">0.035999999999999997</cx:pt>
          <cx:pt idx="270">0.035999999999999997</cx:pt>
          <cx:pt idx="271">0.035999999999999997</cx:pt>
          <cx:pt idx="272">0.035999999999999997</cx:pt>
          <cx:pt idx="273">0.035999999999999997</cx:pt>
          <cx:pt idx="274">0.036999999999999998</cx:pt>
          <cx:pt idx="275">0.036999999999999998</cx:pt>
          <cx:pt idx="276">0.036999999999999998</cx:pt>
          <cx:pt idx="277">0.036999999999999998</cx:pt>
          <cx:pt idx="278">0.036999999999999998</cx:pt>
          <cx:pt idx="279">0.036999999999999998</cx:pt>
          <cx:pt idx="280">0.036999999999999998</cx:pt>
          <cx:pt idx="281">0.037999999999999999</cx:pt>
          <cx:pt idx="282">0.037999999999999999</cx:pt>
          <cx:pt idx="283">0.037999999999999999</cx:pt>
          <cx:pt idx="284">0.037999999999999999</cx:pt>
          <cx:pt idx="285">0.037999999999999999</cx:pt>
          <cx:pt idx="286">0.039</cx:pt>
          <cx:pt idx="287">0.039</cx:pt>
          <cx:pt idx="288">0.039</cx:pt>
          <cx:pt idx="289">0.039</cx:pt>
          <cx:pt idx="290">0.039</cx:pt>
          <cx:pt idx="291">0.040000000000000001</cx:pt>
          <cx:pt idx="292">0.040000000000000001</cx:pt>
          <cx:pt idx="293">0.040000000000000001</cx:pt>
          <cx:pt idx="294">0.040000000000000001</cx:pt>
          <cx:pt idx="295">0.041000000000000002</cx:pt>
          <cx:pt idx="296">0.041000000000000002</cx:pt>
          <cx:pt idx="297">0.042000000000000003</cx:pt>
          <cx:pt idx="298">0.042000000000000003</cx:pt>
          <cx:pt idx="299">0.042000000000000003</cx:pt>
          <cx:pt idx="300">0.042000000000000003</cx:pt>
          <cx:pt idx="301">0.042000000000000003</cx:pt>
          <cx:pt idx="302">0.042999999999999997</cx:pt>
          <cx:pt idx="303">0.042999999999999997</cx:pt>
          <cx:pt idx="304">0.042999999999999997</cx:pt>
          <cx:pt idx="305">0.042999999999999997</cx:pt>
          <cx:pt idx="306">0.043999999999999997</cx:pt>
          <cx:pt idx="307">0.043999999999999997</cx:pt>
          <cx:pt idx="308">0.043999999999999997</cx:pt>
          <cx:pt idx="309">0.044999999999999998</cx:pt>
          <cx:pt idx="310">0.044999999999999998</cx:pt>
          <cx:pt idx="311">0.044999999999999998</cx:pt>
          <cx:pt idx="312">0.044999999999999998</cx:pt>
          <cx:pt idx="313">0.045999999999999999</cx:pt>
          <cx:pt idx="314">0.045999999999999999</cx:pt>
          <cx:pt idx="315">0.045999999999999999</cx:pt>
          <cx:pt idx="316">0.045999999999999999</cx:pt>
          <cx:pt idx="317">0.045999999999999999</cx:pt>
          <cx:pt idx="318">0.045999999999999999</cx:pt>
          <cx:pt idx="319">0.045999999999999999</cx:pt>
          <cx:pt idx="320">0.047</cx:pt>
          <cx:pt idx="321">0.048000000000000001</cx:pt>
          <cx:pt idx="322">0.048000000000000001</cx:pt>
          <cx:pt idx="323">0.048000000000000001</cx:pt>
          <cx:pt idx="324">0.049000000000000002</cx:pt>
          <cx:pt idx="325">0.049000000000000002</cx:pt>
          <cx:pt idx="326">0.049000000000000002</cx:pt>
          <cx:pt idx="327">0.049000000000000002</cx:pt>
          <cx:pt idx="328">0.049000000000000002</cx:pt>
          <cx:pt idx="329">0.050000000000000003</cx:pt>
          <cx:pt idx="330">0.050000000000000003</cx:pt>
          <cx:pt idx="331">0.050000000000000003</cx:pt>
          <cx:pt idx="332">0.050000000000000003</cx:pt>
          <cx:pt idx="333">0.050999999999999997</cx:pt>
          <cx:pt idx="334">0.050999999999999997</cx:pt>
          <cx:pt idx="335">0.050999999999999997</cx:pt>
          <cx:pt idx="336">0.050999999999999997</cx:pt>
          <cx:pt idx="337">0.051999999999999998</cx:pt>
          <cx:pt idx="338">0.051999999999999998</cx:pt>
          <cx:pt idx="339">0.051999999999999998</cx:pt>
          <cx:pt idx="340">0.052999999999999999</cx:pt>
          <cx:pt idx="341">0.052999999999999999</cx:pt>
          <cx:pt idx="342">0.052999999999999999</cx:pt>
          <cx:pt idx="343">0.052999999999999999</cx:pt>
          <cx:pt idx="344">0.052999999999999999</cx:pt>
          <cx:pt idx="345">0.052999999999999999</cx:pt>
          <cx:pt idx="346">0.052999999999999999</cx:pt>
          <cx:pt idx="347">0.053999999999999999</cx:pt>
          <cx:pt idx="348">0.053999999999999999</cx:pt>
          <cx:pt idx="349">0.053999999999999999</cx:pt>
          <cx:pt idx="350">0.055</cx:pt>
          <cx:pt idx="351">0.055</cx:pt>
          <cx:pt idx="352">0.055</cx:pt>
          <cx:pt idx="353">0.055</cx:pt>
          <cx:pt idx="354">0.055</cx:pt>
          <cx:pt idx="355">0.055</cx:pt>
          <cx:pt idx="356">0.055</cx:pt>
          <cx:pt idx="357">0.056000000000000001</cx:pt>
          <cx:pt idx="358">0.056000000000000001</cx:pt>
          <cx:pt idx="359">0.056000000000000001</cx:pt>
          <cx:pt idx="360">0.056000000000000001</cx:pt>
          <cx:pt idx="361">0.056000000000000001</cx:pt>
          <cx:pt idx="362">0.056000000000000001</cx:pt>
          <cx:pt idx="363">0.056000000000000001</cx:pt>
          <cx:pt idx="364">0.056000000000000001</cx:pt>
          <cx:pt idx="365">0.057000000000000002</cx:pt>
          <cx:pt idx="366">0.057000000000000002</cx:pt>
          <cx:pt idx="367">0.057000000000000002</cx:pt>
          <cx:pt idx="368">0.057000000000000002</cx:pt>
          <cx:pt idx="369">0.058000000000000003</cx:pt>
          <cx:pt idx="370">0.058000000000000003</cx:pt>
          <cx:pt idx="371">0.058000000000000003</cx:pt>
          <cx:pt idx="372">0.058999999999999997</cx:pt>
          <cx:pt idx="373">0.058999999999999997</cx:pt>
          <cx:pt idx="374">0.058999999999999997</cx:pt>
          <cx:pt idx="375">0.059999999999999998</cx:pt>
          <cx:pt idx="376">0.059999999999999998</cx:pt>
          <cx:pt idx="377">0.059999999999999998</cx:pt>
          <cx:pt idx="378">0.060999999999999999</cx:pt>
          <cx:pt idx="379">0.062</cx:pt>
          <cx:pt idx="380">0.062</cx:pt>
          <cx:pt idx="381">0.062</cx:pt>
          <cx:pt idx="382">0.062</cx:pt>
          <cx:pt idx="383">0.063</cx:pt>
          <cx:pt idx="384">0.063</cx:pt>
          <cx:pt idx="385">0.063</cx:pt>
          <cx:pt idx="386">0.064000000000000001</cx:pt>
          <cx:pt idx="387">0.064000000000000001</cx:pt>
          <cx:pt idx="388">0.064000000000000001</cx:pt>
          <cx:pt idx="389">0.064000000000000001</cx:pt>
          <cx:pt idx="390">0.065000000000000002</cx:pt>
          <cx:pt idx="391">0.065000000000000002</cx:pt>
          <cx:pt idx="392">0.065000000000000002</cx:pt>
          <cx:pt idx="393">0.065000000000000002</cx:pt>
          <cx:pt idx="394">0.066000000000000003</cx:pt>
          <cx:pt idx="395">0.066000000000000003</cx:pt>
          <cx:pt idx="396">0.066000000000000003</cx:pt>
          <cx:pt idx="397">0.067000000000000004</cx:pt>
          <cx:pt idx="398">0.067000000000000004</cx:pt>
          <cx:pt idx="399">0.067000000000000004</cx:pt>
          <cx:pt idx="400">0.068000000000000005</cx:pt>
          <cx:pt idx="401">0.068000000000000005</cx:pt>
          <cx:pt idx="402">0.069000000000000006</cx:pt>
          <cx:pt idx="403">0.069000000000000006</cx:pt>
          <cx:pt idx="404">0.069000000000000006</cx:pt>
          <cx:pt idx="405">0.070000000000000007</cx:pt>
          <cx:pt idx="406">0.070000000000000007</cx:pt>
          <cx:pt idx="407">0.070000000000000007</cx:pt>
          <cx:pt idx="408">0.070999999999999994</cx:pt>
          <cx:pt idx="409">0.070999999999999994</cx:pt>
          <cx:pt idx="410">0.070999999999999994</cx:pt>
          <cx:pt idx="411">0.070999999999999994</cx:pt>
          <cx:pt idx="412">0.071999999999999995</cx:pt>
          <cx:pt idx="413">0.071999999999999995</cx:pt>
          <cx:pt idx="414">0.071999999999999995</cx:pt>
          <cx:pt idx="415">0.071999999999999995</cx:pt>
          <cx:pt idx="416">0.071999999999999995</cx:pt>
          <cx:pt idx="417">0.072999999999999995</cx:pt>
          <cx:pt idx="418">0.072999999999999995</cx:pt>
          <cx:pt idx="419">0.072999999999999995</cx:pt>
          <cx:pt idx="420">0.073999999999999996</cx:pt>
          <cx:pt idx="421">0.074999999999999997</cx:pt>
          <cx:pt idx="422">0.074999999999999997</cx:pt>
          <cx:pt idx="423">0.074999999999999997</cx:pt>
          <cx:pt idx="424">0.074999999999999997</cx:pt>
          <cx:pt idx="425">0.074999999999999997</cx:pt>
          <cx:pt idx="426">0.078</cx:pt>
          <cx:pt idx="427">0.078</cx:pt>
          <cx:pt idx="428">0.078</cx:pt>
          <cx:pt idx="429">0.078</cx:pt>
          <cx:pt idx="430">0.079000000000000001</cx:pt>
          <cx:pt idx="431">0.079000000000000001</cx:pt>
          <cx:pt idx="432">0.080000000000000002</cx:pt>
          <cx:pt idx="433">0.080000000000000002</cx:pt>
          <cx:pt idx="434">0.080000000000000002</cx:pt>
          <cx:pt idx="435">0.081000000000000003</cx:pt>
          <cx:pt idx="436">0.083000000000000004</cx:pt>
          <cx:pt idx="437">0.084000000000000005</cx:pt>
          <cx:pt idx="438">0.084000000000000005</cx:pt>
          <cx:pt idx="439">0.084000000000000005</cx:pt>
          <cx:pt idx="440">0.084000000000000005</cx:pt>
          <cx:pt idx="441">0.084000000000000005</cx:pt>
          <cx:pt idx="442">0.085000000000000006</cx:pt>
          <cx:pt idx="443">0.085999999999999993</cx:pt>
          <cx:pt idx="444">0.085999999999999993</cx:pt>
          <cx:pt idx="445">0.085999999999999993</cx:pt>
          <cx:pt idx="446">0.087999999999999995</cx:pt>
          <cx:pt idx="447">0.088999999999999996</cx:pt>
          <cx:pt idx="448">0.088999999999999996</cx:pt>
          <cx:pt idx="449">0.088999999999999996</cx:pt>
          <cx:pt idx="450">0.089999999999999997</cx:pt>
          <cx:pt idx="451">0.089999999999999997</cx:pt>
          <cx:pt idx="452">0.089999999999999997</cx:pt>
          <cx:pt idx="453">0.090999999999999998</cx:pt>
          <cx:pt idx="454">0.091999999999999998</cx:pt>
          <cx:pt idx="455">0.091999999999999998</cx:pt>
          <cx:pt idx="456">0.091999999999999998</cx:pt>
          <cx:pt idx="457">0.092999999999999999</cx:pt>
          <cx:pt idx="458">0.092999999999999999</cx:pt>
          <cx:pt idx="459">0.094</cx:pt>
          <cx:pt idx="460">0.095000000000000001</cx:pt>
          <cx:pt idx="461">0.095000000000000001</cx:pt>
          <cx:pt idx="462">0.096000000000000002</cx:pt>
          <cx:pt idx="463">0.097000000000000003</cx:pt>
          <cx:pt idx="464">0.097000000000000003</cx:pt>
          <cx:pt idx="465">0.097000000000000003</cx:pt>
          <cx:pt idx="466">0.097000000000000003</cx:pt>
          <cx:pt idx="467">0.098000000000000004</cx:pt>
          <cx:pt idx="468">0.098000000000000004</cx:pt>
          <cx:pt idx="469">0.10000000000000001</cx:pt>
          <cx:pt idx="470">0.10000000000000001</cx:pt>
          <cx:pt idx="471">0.10100000000000001</cx:pt>
          <cx:pt idx="472">0.10100000000000001</cx:pt>
          <cx:pt idx="473">0.10199999999999999</cx:pt>
          <cx:pt idx="474">0.10299999999999999</cx:pt>
          <cx:pt idx="475">0.10299999999999999</cx:pt>
          <cx:pt idx="476">0.10299999999999999</cx:pt>
          <cx:pt idx="477">0.10299999999999999</cx:pt>
          <cx:pt idx="478">0.10299999999999999</cx:pt>
          <cx:pt idx="479">0.105</cx:pt>
          <cx:pt idx="480">0.105</cx:pt>
          <cx:pt idx="481">0.106</cx:pt>
          <cx:pt idx="482">0.106</cx:pt>
          <cx:pt idx="483">0.107</cx:pt>
          <cx:pt idx="484">0.109</cx:pt>
          <cx:pt idx="485">0.109</cx:pt>
          <cx:pt idx="486">0.109</cx:pt>
          <cx:pt idx="487">0.11</cx:pt>
          <cx:pt idx="488">0.111</cx:pt>
          <cx:pt idx="489">0.111</cx:pt>
          <cx:pt idx="490">0.112</cx:pt>
          <cx:pt idx="491">0.112</cx:pt>
          <cx:pt idx="492">0.114</cx:pt>
          <cx:pt idx="493">0.115</cx:pt>
          <cx:pt idx="494">0.115</cx:pt>
          <cx:pt idx="495">0.115</cx:pt>
          <cx:pt idx="496">0.11799999999999999</cx:pt>
          <cx:pt idx="497">0.12</cx:pt>
          <cx:pt idx="498">0.12</cx:pt>
          <cx:pt idx="499">0.121</cx:pt>
          <cx:pt idx="500">0.122</cx:pt>
          <cx:pt idx="501">0.123</cx:pt>
          <cx:pt idx="502">0.126</cx:pt>
          <cx:pt idx="503">0.127</cx:pt>
          <cx:pt idx="504">0.127</cx:pt>
          <cx:pt idx="505">0.127</cx:pt>
          <cx:pt idx="506">0.127</cx:pt>
          <cx:pt idx="507">0.127</cx:pt>
          <cx:pt idx="508">0.129</cx:pt>
          <cx:pt idx="509">0.129</cx:pt>
          <cx:pt idx="510">0.13</cx:pt>
          <cx:pt idx="511">0.13</cx:pt>
          <cx:pt idx="512">0.13100000000000001</cx:pt>
          <cx:pt idx="513">0.13200000000000001</cx:pt>
          <cx:pt idx="514">0.13200000000000001</cx:pt>
          <cx:pt idx="515">0.13300000000000001</cx:pt>
          <cx:pt idx="516">0.13400000000000001</cx:pt>
          <cx:pt idx="517">0.13500000000000001</cx:pt>
          <cx:pt idx="518">0.13500000000000001</cx:pt>
          <cx:pt idx="519">0.13600000000000001</cx:pt>
          <cx:pt idx="520">0.13800000000000001</cx:pt>
          <cx:pt idx="521">0.13900000000000001</cx:pt>
          <cx:pt idx="522">0.13900000000000001</cx:pt>
          <cx:pt idx="523">0.14099999999999999</cx:pt>
          <cx:pt idx="524">0.14199999999999999</cx:pt>
          <cx:pt idx="525">0.14299999999999999</cx:pt>
          <cx:pt idx="526">0.14399999999999999</cx:pt>
          <cx:pt idx="527">0.14399999999999999</cx:pt>
          <cx:pt idx="528">0.14399999999999999</cx:pt>
          <cx:pt idx="529">0.14599999999999999</cx:pt>
          <cx:pt idx="530">0.14699999999999999</cx:pt>
          <cx:pt idx="531">0.14699999999999999</cx:pt>
          <cx:pt idx="532">0.14799999999999999</cx:pt>
          <cx:pt idx="533">0.14999999999999999</cx:pt>
          <cx:pt idx="534">0.151</cx:pt>
          <cx:pt idx="535">0.152</cx:pt>
          <cx:pt idx="536">0.152</cx:pt>
          <cx:pt idx="537">0.152</cx:pt>
          <cx:pt idx="538">0.152</cx:pt>
          <cx:pt idx="539">0.155</cx:pt>
          <cx:pt idx="540">0.155</cx:pt>
          <cx:pt idx="541">0.155</cx:pt>
          <cx:pt idx="542">0.156</cx:pt>
          <cx:pt idx="543">0.157</cx:pt>
          <cx:pt idx="544">0.158</cx:pt>
          <cx:pt idx="545">0.161</cx:pt>
          <cx:pt idx="546">0.161</cx:pt>
          <cx:pt idx="547">0.16200000000000001</cx:pt>
          <cx:pt idx="548">0.16200000000000001</cx:pt>
          <cx:pt idx="549">0.16300000000000001</cx:pt>
          <cx:pt idx="550">0.16300000000000001</cx:pt>
          <cx:pt idx="551">0.16400000000000001</cx:pt>
          <cx:pt idx="552">0.16600000000000001</cx:pt>
          <cx:pt idx="553">0.16800000000000001</cx:pt>
          <cx:pt idx="554">0.17000000000000001</cx:pt>
          <cx:pt idx="555">0.17100000000000001</cx:pt>
          <cx:pt idx="556">0.17299999999999999</cx:pt>
          <cx:pt idx="557">0.17499999999999999</cx:pt>
          <cx:pt idx="558">0.17599999999999999</cx:pt>
          <cx:pt idx="559">0.17699999999999999</cx:pt>
          <cx:pt idx="560">0.18099999999999999</cx:pt>
          <cx:pt idx="561">0.182</cx:pt>
          <cx:pt idx="562">0.185</cx:pt>
          <cx:pt idx="563">0.186</cx:pt>
          <cx:pt idx="564">0.191</cx:pt>
          <cx:pt idx="565">0.19400000000000001</cx:pt>
          <cx:pt idx="566">0.19400000000000001</cx:pt>
          <cx:pt idx="567">0.19500000000000001</cx:pt>
          <cx:pt idx="568">0.19600000000000001</cx:pt>
          <cx:pt idx="569">0.19700000000000001</cx:pt>
          <cx:pt idx="570">0.19900000000000001</cx:pt>
          <cx:pt idx="571">0.19900000000000001</cx:pt>
          <cx:pt idx="572">0.20000000000000001</cx:pt>
          <cx:pt idx="573">0.20200000000000001</cx:pt>
          <cx:pt idx="574">0.20799999999999999</cx:pt>
          <cx:pt idx="575">0.20999999999999999</cx:pt>
          <cx:pt idx="576">0.20999999999999999</cx:pt>
          <cx:pt idx="577">0.21199999999999999</cx:pt>
          <cx:pt idx="578">0.21299999999999999</cx:pt>
          <cx:pt idx="579">0.21299999999999999</cx:pt>
          <cx:pt idx="580">0.217</cx:pt>
          <cx:pt idx="581">0.22</cx:pt>
          <cx:pt idx="582">0.221</cx:pt>
          <cx:pt idx="583">0.222</cx:pt>
          <cx:pt idx="584">0.222</cx:pt>
          <cx:pt idx="585">0.222</cx:pt>
          <cx:pt idx="586">0.222</cx:pt>
          <cx:pt idx="587">0.223</cx:pt>
          <cx:pt idx="588">0.22800000000000001</cx:pt>
          <cx:pt idx="589">0.23000000000000001</cx:pt>
          <cx:pt idx="590">0.23400000000000001</cx:pt>
          <cx:pt idx="591">0.23499999999999999</cx:pt>
          <cx:pt idx="592">0.24199999999999999</cx:pt>
          <cx:pt idx="593">0.24299999999999999</cx:pt>
          <cx:pt idx="594">0.24399999999999999</cx:pt>
          <cx:pt idx="595">0.245</cx:pt>
          <cx:pt idx="596">0.246</cx:pt>
          <cx:pt idx="597">0.249</cx:pt>
          <cx:pt idx="598">0.253</cx:pt>
          <cx:pt idx="599">0.254</cx:pt>
          <cx:pt idx="600">0.25700000000000001</cx:pt>
          <cx:pt idx="601">0.25700000000000001</cx:pt>
          <cx:pt idx="602">0.25900000000000001</cx:pt>
          <cx:pt idx="603">0.25900000000000001</cx:pt>
          <cx:pt idx="604">0.26800000000000002</cx:pt>
          <cx:pt idx="605">0.26900000000000002</cx:pt>
          <cx:pt idx="606">0.27300000000000002</cx:pt>
          <cx:pt idx="607">0.27400000000000002</cx:pt>
          <cx:pt idx="608">0.27500000000000002</cx:pt>
          <cx:pt idx="609">0.28000000000000003</cx:pt>
          <cx:pt idx="610">0.28399999999999997</cx:pt>
          <cx:pt idx="611">0.29099999999999998</cx:pt>
          <cx:pt idx="612">0.29399999999999998</cx:pt>
          <cx:pt idx="613">0.29899999999999999</cx:pt>
          <cx:pt idx="614">0.30199999999999999</cx:pt>
          <cx:pt idx="615">0.30299999999999999</cx:pt>
          <cx:pt idx="616">0.30299999999999999</cx:pt>
          <cx:pt idx="617">0.30499999999999999</cx:pt>
          <cx:pt idx="618">0.30599999999999999</cx:pt>
          <cx:pt idx="619">0.31</cx:pt>
          <cx:pt idx="620">0.312</cx:pt>
          <cx:pt idx="621">0.313</cx:pt>
          <cx:pt idx="622">0.316</cx:pt>
          <cx:pt idx="623">0.316</cx:pt>
          <cx:pt idx="624">0.316</cx:pt>
          <cx:pt idx="625">0.317</cx:pt>
          <cx:pt idx="626">0.31900000000000001</cx:pt>
          <cx:pt idx="627">0.32300000000000001</cx:pt>
          <cx:pt idx="628">0.32400000000000001</cx:pt>
          <cx:pt idx="629">0.32500000000000001</cx:pt>
          <cx:pt idx="630">0.33400000000000002</cx:pt>
          <cx:pt idx="631">0.33400000000000002</cx:pt>
          <cx:pt idx="632">0.34200000000000003</cx:pt>
          <cx:pt idx="633">0.34599999999999997</cx:pt>
          <cx:pt idx="634">0.34899999999999998</cx:pt>
          <cx:pt idx="635">0.35299999999999998</cx:pt>
          <cx:pt idx="636">0.35599999999999998</cx:pt>
          <cx:pt idx="637">0.35599999999999998</cx:pt>
          <cx:pt idx="638">0.36099999999999999</cx:pt>
          <cx:pt idx="639">0.38</cx:pt>
          <cx:pt idx="640">0.38300000000000001</cx:pt>
          <cx:pt idx="641">0.38500000000000001</cx:pt>
          <cx:pt idx="642">0.39400000000000002</cx:pt>
          <cx:pt idx="643">0.39800000000000002</cx:pt>
          <cx:pt idx="644">0.40300000000000002</cx:pt>
          <cx:pt idx="645">0.40600000000000003</cx:pt>
          <cx:pt idx="646">0.40600000000000003</cx:pt>
          <cx:pt idx="647">0.40699999999999997</cx:pt>
          <cx:pt idx="648">0.41099999999999998</cx:pt>
          <cx:pt idx="649">0.435</cx:pt>
          <cx:pt idx="650">0.437</cx:pt>
          <cx:pt idx="651">0.44700000000000001</cx:pt>
          <cx:pt idx="652">0.44700000000000001</cx:pt>
          <cx:pt idx="653">0.45400000000000001</cx:pt>
          <cx:pt idx="654">0.46100000000000002</cx:pt>
          <cx:pt idx="655">0.46600000000000003</cx:pt>
          <cx:pt idx="656">0.47099999999999997</cx:pt>
          <cx:pt idx="657">0.48299999999999998</cx:pt>
          <cx:pt idx="658">0.48399999999999999</cx:pt>
          <cx:pt idx="659">0.48499999999999999</cx:pt>
          <cx:pt idx="660">0.48599999999999999</cx:pt>
          <cx:pt idx="661">0.49399999999999999</cx:pt>
          <cx:pt idx="662">0.52400000000000002</cx:pt>
          <cx:pt idx="663">0.53200000000000003</cx:pt>
          <cx:pt idx="664">0.55000000000000004</cx:pt>
          <cx:pt idx="665">0.56399999999999995</cx:pt>
          <cx:pt idx="666">0.56999999999999995</cx:pt>
          <cx:pt idx="667">0.57199999999999995</cx:pt>
          <cx:pt idx="668">0.58699999999999997</cx:pt>
          <cx:pt idx="669">0.59299999999999997</cx:pt>
          <cx:pt idx="670">0.60699999999999998</cx:pt>
          <cx:pt idx="671">0.60899999999999999</cx:pt>
          <cx:pt idx="672">0.627</cx:pt>
          <cx:pt idx="673">0.64700000000000002</cx:pt>
          <cx:pt idx="674">0.66200000000000003</cx:pt>
          <cx:pt idx="675">0.67900000000000005</cx:pt>
          <cx:pt idx="676">0.69899999999999995</cx:pt>
          <cx:pt idx="677">0.70999999999999996</cx:pt>
          <cx:pt idx="678">0.73899999999999999</cx:pt>
          <cx:pt idx="679">0.73899999999999999</cx:pt>
          <cx:pt idx="680">0.74399999999999999</cx:pt>
          <cx:pt idx="681">0.755</cx:pt>
          <cx:pt idx="682">0.755</cx:pt>
          <cx:pt idx="683">0.76300000000000001</cx:pt>
          <cx:pt idx="684">0.80100000000000005</cx:pt>
          <cx:pt idx="685">0.81299999999999994</cx:pt>
          <cx:pt idx="686">0.81899999999999995</cx:pt>
          <cx:pt idx="687">0.85199999999999998</cx:pt>
          <cx:pt idx="688">0.95499999999999996</cx:pt>
          <cx:pt idx="689">1.028</cx:pt>
          <cx:pt idx="690">1.0649999999999999</cx:pt>
          <cx:pt idx="691">1.1040000000000001</cx:pt>
          <cx:pt idx="692">1.137</cx:pt>
          <cx:pt idx="693">1.169</cx:pt>
          <cx:pt idx="694">1.1919999999999999</cx:pt>
          <cx:pt idx="695">1.196</cx:pt>
          <cx:pt idx="696">1.2290000000000001</cx:pt>
          <cx:pt idx="697">1.329</cx:pt>
          <cx:pt idx="698">1.429</cx:pt>
          <cx:pt idx="699">1.4390000000000001</cx:pt>
          <cx:pt idx="700">1.8300000000000001</cx:pt>
          <cx:pt idx="701">1.887</cx:pt>
          <cx:pt idx="702">2.528</cx:pt>
          <cx:pt idx="703">2.661</cx:pt>
          <cx:pt idx="704">2.7170000000000001</cx:pt>
          <cx:pt idx="705">2.823</cx:pt>
          <cx:pt idx="706">2.8620000000000001</cx:pt>
          <cx:pt idx="707">3.2690000000000001</cx:pt>
          <cx:pt idx="708">3.3319999999999999</cx:pt>
          <cx:pt idx="709">3.4630000000000001</cx:pt>
          <cx:pt idx="710">3.6339999999999999</cx:pt>
          <cx:pt idx="711">4.8369999999999997</cx:pt>
          <cx:pt idx="712">5.2060000000000004</cx:pt>
          <cx:pt idx="713">5.2430000000000003</cx:pt>
          <cx:pt idx="714">5.7510000000000003</cx:pt>
          <cx:pt idx="715">5.7949999999999999</cx:pt>
          <cx:pt idx="716">9.6219999999999999</cx:pt>
        </cx:lvl>
      </cx:numDim>
    </cx:data>
  </cx:chartData>
  <cx:chart>
    <cx:title pos="t" align="ctr" overlay="0">
      <cx:tx>
        <cx:txData>
          <cx:v>Mass</cx:v>
        </cx:txData>
      </cx:tx>
      <cx:txPr>
        <a:bodyPr spcFirstLastPara="1" vertOverflow="ellipsis" horzOverflow="overflow" wrap="square" lIns="0" tIns="0" rIns="0" bIns="0" anchor="ctr" anchorCtr="1"/>
        <a:lstStyle/>
        <a:p>
          <a:pPr algn="ctr" rtl="0">
            <a:defRPr/>
          </a:pPr>
          <a:r>
            <a:rPr lang="en-US" sz="1400" b="0" i="0" u="none" strike="noStrike" baseline="0">
              <a:solidFill>
                <a:sysClr val="windowText" lastClr="000000">
                  <a:lumMod val="65000"/>
                  <a:lumOff val="35000"/>
                </a:sysClr>
              </a:solidFill>
              <a:latin typeface="Aptos Narrow" panose="02110004020202020204"/>
            </a:rPr>
            <a:t>Mass</a:t>
          </a:r>
        </a:p>
      </cx:txPr>
    </cx:title>
    <cx:plotArea>
      <cx:plotAreaRegion>
        <cx:series layoutId="clusteredColumn" uniqueId="{75AB0390-6CA9-4660-9C91-16BCA514F0AB}">
          <cx:dataLabels/>
          <cx:dataId val="0"/>
          <cx:layoutPr>
            <cx:binning intervalClosed="r" underflow="0" overflow="1">
              <cx:binCount val="30"/>
            </cx:binning>
          </cx:layoutPr>
        </cx:series>
      </cx:plotAreaRegion>
      <cx:axis id="0">
        <cx:catScaling gapWidth="0"/>
        <cx:tickLabels/>
        <cx:numFmt formatCode="#,##0.00" sourceLinked="0"/>
      </cx:axis>
      <cx:axis id="1">
        <cx:valScaling/>
        <cx:majorGridlines/>
        <cx:tickLabels/>
      </cx:axis>
    </cx:plotArea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6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36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36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36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36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36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7.xml><?xml version="1.0" encoding="utf-8"?>
<cs:chartStyle xmlns:cs="http://schemas.microsoft.com/office/drawing/2012/chartStyle" xmlns:a="http://schemas.openxmlformats.org/drawingml/2006/main" id="36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8.xml><?xml version="1.0" encoding="utf-8"?>
<cs:chartStyle xmlns:cs="http://schemas.microsoft.com/office/drawing/2012/chartStyle" xmlns:a="http://schemas.openxmlformats.org/drawingml/2006/main" id="36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9.xml><?xml version="1.0" encoding="utf-8"?>
<cs:chartStyle xmlns:cs="http://schemas.microsoft.com/office/drawing/2012/chartStyle" xmlns:a="http://schemas.openxmlformats.org/drawingml/2006/main" id="36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10.xml><?xml version="1.0" encoding="utf-8"?>
<cs:chartStyle xmlns:cs="http://schemas.microsoft.com/office/drawing/2012/chartStyle" xmlns:a="http://schemas.openxmlformats.org/drawingml/2006/main" id="36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11.xml><?xml version="1.0" encoding="utf-8"?>
<cs:chartStyle xmlns:cs="http://schemas.microsoft.com/office/drawing/2012/chartStyle" xmlns:a="http://schemas.openxmlformats.org/drawingml/2006/main" id="36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12.xml><?xml version="1.0" encoding="utf-8"?>
<cs:chartStyle xmlns:cs="http://schemas.microsoft.com/office/drawing/2012/chartStyle" xmlns:a="http://schemas.openxmlformats.org/drawingml/2006/main" id="36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13.xml><?xml version="1.0" encoding="utf-8"?>
<cs:chartStyle xmlns:cs="http://schemas.microsoft.com/office/drawing/2012/chartStyle" xmlns:a="http://schemas.openxmlformats.org/drawingml/2006/main" id="36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14.xml><?xml version="1.0" encoding="utf-8"?>
<cs:chartStyle xmlns:cs="http://schemas.microsoft.com/office/drawing/2012/chartStyle" xmlns:a="http://schemas.openxmlformats.org/drawingml/2006/main" id="36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15.xml><?xml version="1.0" encoding="utf-8"?>
<cs:chartStyle xmlns:cs="http://schemas.microsoft.com/office/drawing/2012/chartStyle" xmlns:a="http://schemas.openxmlformats.org/drawingml/2006/main" id="36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16.xml><?xml version="1.0" encoding="utf-8"?>
<cs:chartStyle xmlns:cs="http://schemas.microsoft.com/office/drawing/2012/chartStyle" xmlns:a="http://schemas.openxmlformats.org/drawingml/2006/main" id="36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17.xml><?xml version="1.0" encoding="utf-8"?>
<cs:chartStyle xmlns:cs="http://schemas.microsoft.com/office/drawing/2012/chartStyle" xmlns:a="http://schemas.openxmlformats.org/drawingml/2006/main" id="36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18.xml><?xml version="1.0" encoding="utf-8"?>
<cs:chartStyle xmlns:cs="http://schemas.microsoft.com/office/drawing/2012/chartStyle" xmlns:a="http://schemas.openxmlformats.org/drawingml/2006/main" id="36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19.xml><?xml version="1.0" encoding="utf-8"?>
<cs:chartStyle xmlns:cs="http://schemas.microsoft.com/office/drawing/2012/chartStyle" xmlns:a="http://schemas.openxmlformats.org/drawingml/2006/main" id="36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20.xml><?xml version="1.0" encoding="utf-8"?>
<cs:chartStyle xmlns:cs="http://schemas.microsoft.com/office/drawing/2012/chartStyle" xmlns:a="http://schemas.openxmlformats.org/drawingml/2006/main" id="36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21.xml><?xml version="1.0" encoding="utf-8"?>
<cs:chartStyle xmlns:cs="http://schemas.microsoft.com/office/drawing/2012/chartStyle" xmlns:a="http://schemas.openxmlformats.org/drawingml/2006/main" id="36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22.xml><?xml version="1.0" encoding="utf-8"?>
<cs:chartStyle xmlns:cs="http://schemas.microsoft.com/office/drawing/2012/chartStyle" xmlns:a="http://schemas.openxmlformats.org/drawingml/2006/main" id="36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23.xml><?xml version="1.0" encoding="utf-8"?>
<cs:chartStyle xmlns:cs="http://schemas.microsoft.com/office/drawing/2012/chartStyle" xmlns:a="http://schemas.openxmlformats.org/drawingml/2006/main" id="36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24.xml><?xml version="1.0" encoding="utf-8"?>
<cs:chartStyle xmlns:cs="http://schemas.microsoft.com/office/drawing/2012/chartStyle" xmlns:a="http://schemas.openxmlformats.org/drawingml/2006/main" id="36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86C67-549F-8812-2012-78793DC915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5A2163-364D-1A64-9696-DF9FAF4369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2008C4-D0B3-1CB7-D04D-0FD0357EE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C0B24-9628-404E-9651-3D1A2CA34903}" type="datetimeFigureOut">
              <a:rPr lang="en-AU" smtClean="0"/>
              <a:t>9/04/2025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FC3BD7-C13D-C170-CDE8-285E708164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6C4B9F-36FF-C557-F385-9945BE966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EE3E9-A0D3-4CD0-8E97-7A7D66638D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446362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2A292-C324-82FE-F191-4610EA1F0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04EE2D-A8B6-3B6A-F312-F1C1587D13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513B11-6C1F-9DEB-C651-6E57CA0A6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C0B24-9628-404E-9651-3D1A2CA34903}" type="datetimeFigureOut">
              <a:rPr lang="en-AU" smtClean="0"/>
              <a:t>9/04/2025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68FF83-E2A5-AD37-3EAB-C69FCEF1C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980B74-B79B-3AE9-EF82-B7DF26D01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EE3E9-A0D3-4CD0-8E97-7A7D66638D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135529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7E2AD-A007-07D3-7198-D7B943C6E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7A972E-DFED-541F-7BA1-89497ABDAE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59CA20-607A-9A65-34BC-1B667B2270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C0B24-9628-404E-9651-3D1A2CA34903}" type="datetimeFigureOut">
              <a:rPr lang="en-AU" smtClean="0"/>
              <a:t>9/04/2025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556251-67C0-E88E-D44F-0EC7BB802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4E5D7C-93AF-18D5-CBC4-BE5A0092A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EE3E9-A0D3-4CD0-8E97-7A7D66638D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925969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DA8FA-F63E-9A47-E602-7C49B71FF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C0D065-A8A2-6889-DC33-BCF3D4EB12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0966F8-BF6C-A3B6-279F-20C4EE7B83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F14144-D4CE-6D6F-9E6A-E133CC1B1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C0B24-9628-404E-9651-3D1A2CA34903}" type="datetimeFigureOut">
              <a:rPr lang="en-AU" smtClean="0"/>
              <a:t>9/04/2025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1E5B0A-8BA5-CD7E-7190-399DBEEC0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3A4E30-3AB6-F1AE-CB98-AB2E37305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EE3E9-A0D3-4CD0-8E97-7A7D66638D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65603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64A36-EFC7-3780-14B2-D10331704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26BA5C-F069-D5B8-B15C-705FE7CBB9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BDBB9B-EA9B-67AC-7E7E-1BE15729E9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3E2697-0C41-517C-D94D-0FD62D9E7F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7F8C9F-25D1-5E82-8525-22DF0FE8D9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9555CAC-AD02-369A-DCF9-EB0D634CD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C0B24-9628-404E-9651-3D1A2CA34903}" type="datetimeFigureOut">
              <a:rPr lang="en-AU" smtClean="0"/>
              <a:t>9/04/2025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DCE9266-D79B-CF5E-DA1F-AEB94CE890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D03214A-ABCD-AEC6-EE3B-EA098D1F5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EE3E9-A0D3-4CD0-8E97-7A7D66638D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839106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DFCB6-DE31-E44C-7519-C3FF0945E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BCB69B-420D-7951-5D6C-80C2066AE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C0B24-9628-404E-9651-3D1A2CA34903}" type="datetimeFigureOut">
              <a:rPr lang="en-AU" smtClean="0"/>
              <a:t>9/04/2025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26A95A-0411-40FB-3BB8-26EF5AE05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FF3B5C-3856-CE3F-3F8A-AE99C3A72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EE3E9-A0D3-4CD0-8E97-7A7D66638D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425808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03AB60-958E-0489-6467-58CF805E6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C0B24-9628-404E-9651-3D1A2CA34903}" type="datetimeFigureOut">
              <a:rPr lang="en-AU" smtClean="0"/>
              <a:t>9/04/2025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A76795-7124-C49C-A45A-EA96CF826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9AD218-F364-4CE3-3340-DF3BF08FD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EE3E9-A0D3-4CD0-8E97-7A7D66638D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023745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BF8C5-6A87-B765-5E6C-A75B041BA2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A38958-31EA-181F-523A-B3014CB96F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9EDA7C-BDA1-2622-76A1-9CCA0FE06F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CEDF82-366A-8EC9-5AE7-014F62116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C0B24-9628-404E-9651-3D1A2CA34903}" type="datetimeFigureOut">
              <a:rPr lang="en-AU" smtClean="0"/>
              <a:t>9/04/2025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77E145-AC6E-FCB4-63D5-9B77681C4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C1388D-A439-BE6E-6C23-5B7F98F7B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EE3E9-A0D3-4CD0-8E97-7A7D66638D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60330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64D2C-C0BF-512D-451C-DCBC5CDBC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CE0277-439F-C8A6-9864-2DC03D1A5C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089D2D-26B0-6496-4ED3-C1440B9441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7FEA9F-6034-9833-7746-7F64DB7F6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C0B24-9628-404E-9651-3D1A2CA34903}" type="datetimeFigureOut">
              <a:rPr lang="en-AU" smtClean="0"/>
              <a:t>9/04/2025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926382-6E58-4F6E-EF1A-062D71888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A0C78B-9186-6B42-DD8A-9437DFFCF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EE3E9-A0D3-4CD0-8E97-7A7D66638D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341951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4E69A-B820-04E0-07DB-FE8D62BA5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6B35D3-EA35-33C8-C67B-52A3DA0B0B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7AE951-BDE9-6E4D-5D7C-B6178CBC8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C0B24-9628-404E-9651-3D1A2CA34903}" type="datetimeFigureOut">
              <a:rPr lang="en-AU" smtClean="0"/>
              <a:t>9/04/2025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2ADF33-97A2-FD7C-1858-841E75580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0D598C-2A7E-B76C-1EF2-2EC1C2BF9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EE3E9-A0D3-4CD0-8E97-7A7D66638D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43660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134D612-8968-A2C1-CB40-48A29C6110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D3541C-FC72-6837-DE6C-3209881C08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35E821-8B8A-F148-E2DC-000A48300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C0B24-9628-404E-9651-3D1A2CA34903}" type="datetimeFigureOut">
              <a:rPr lang="en-AU" smtClean="0"/>
              <a:t>9/04/2025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CF6247-DDD5-2F23-F497-E32A84FB8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81A637-B135-6C74-FBBA-A5D940A7C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EE3E9-A0D3-4CD0-8E97-7A7D66638D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285173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A84282-3570-7BB9-0EF1-370D510B8B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F1F048-69FD-DAB4-2212-F971988EE0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295A75-6B34-6455-DD39-94733AA2B1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BC0B24-9628-404E-9651-3D1A2CA34903}" type="datetimeFigureOut">
              <a:rPr lang="en-AU" smtClean="0"/>
              <a:t>9/04/2025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B4A5B5-83A4-3305-A8E8-AA09F90762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E225E9-1B22-2ECE-0EE4-649E965E2B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BEE3E9-A0D3-4CD0-8E97-7A7D66638D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67552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4/relationships/chartEx" Target="../charts/chartEx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microsoft.com/office/2014/relationships/chartEx" Target="../charts/chartEx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microsoft.com/office/2014/relationships/chartEx" Target="../charts/chartEx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microsoft.com/office/2014/relationships/chartEx" Target="../charts/chartEx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microsoft.com/office/2014/relationships/chartEx" Target="../charts/chartEx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microsoft.com/office/2014/relationships/chartEx" Target="../charts/chartEx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microsoft.com/office/2014/relationships/chartEx" Target="../charts/chartEx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microsoft.com/office/2014/relationships/chartEx" Target="../charts/chartEx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microsoft.com/office/2014/relationships/chartEx" Target="../charts/chartEx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microsoft.com/office/2014/relationships/chartEx" Target="../charts/chartEx10.xml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image" Target="../media/image11.png"/><Relationship Id="rId2" Type="http://schemas.microsoft.com/office/2014/relationships/chartEx" Target="../charts/chartEx11.xml"/><Relationship Id="rId1" Type="http://schemas.openxmlformats.org/officeDocument/2006/relationships/slideLayout" Target="../slideLayouts/slideLayout2.xml"/><Relationship Id="rId6" Type="http://schemas.microsoft.com/office/2014/relationships/chartEx" Target="../charts/chartEx12.xml"/><Relationship Id="rId5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14/relationships/chartEx" Target="../charts/chartEx16.xml"/><Relationship Id="rId13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microsoft.com/office/2014/relationships/chartEx" Target="../charts/chartEx18.xml"/><Relationship Id="rId2" Type="http://schemas.microsoft.com/office/2014/relationships/chartEx" Target="../charts/chartEx13.xml"/><Relationship Id="rId1" Type="http://schemas.openxmlformats.org/officeDocument/2006/relationships/slideLayout" Target="../slideLayouts/slideLayout2.xml"/><Relationship Id="rId6" Type="http://schemas.microsoft.com/office/2014/relationships/chartEx" Target="../charts/chartEx15.xml"/><Relationship Id="rId11" Type="http://schemas.openxmlformats.org/officeDocument/2006/relationships/image" Target="../media/image13.png"/><Relationship Id="rId5" Type="http://schemas.openxmlformats.org/officeDocument/2006/relationships/image" Target="../media/image3.png"/><Relationship Id="rId10" Type="http://schemas.microsoft.com/office/2014/relationships/chartEx" Target="../charts/chartEx17.xml"/><Relationship Id="rId4" Type="http://schemas.microsoft.com/office/2014/relationships/chartEx" Target="../charts/chartEx14.xml"/><Relationship Id="rId9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14/relationships/chartEx" Target="../charts/chartEx22.xml"/><Relationship Id="rId13" Type="http://schemas.openxmlformats.org/officeDocument/2006/relationships/image" Target="../media/image18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microsoft.com/office/2014/relationships/chartEx" Target="../charts/chartEx24.xml"/><Relationship Id="rId2" Type="http://schemas.microsoft.com/office/2014/relationships/chartEx" Target="../charts/chartEx19.xml"/><Relationship Id="rId1" Type="http://schemas.openxmlformats.org/officeDocument/2006/relationships/slideLayout" Target="../slideLayouts/slideLayout2.xml"/><Relationship Id="rId6" Type="http://schemas.microsoft.com/office/2014/relationships/chartEx" Target="../charts/chartEx21.xml"/><Relationship Id="rId11" Type="http://schemas.openxmlformats.org/officeDocument/2006/relationships/image" Target="../media/image17.png"/><Relationship Id="rId5" Type="http://schemas.openxmlformats.org/officeDocument/2006/relationships/image" Target="../media/image15.png"/><Relationship Id="rId10" Type="http://schemas.microsoft.com/office/2014/relationships/chartEx" Target="../charts/chartEx23.xml"/><Relationship Id="rId4" Type="http://schemas.microsoft.com/office/2014/relationships/chartEx" Target="../charts/chartEx20.xml"/><Relationship Id="rId9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C542F2C-6D3D-3142-FBB2-18598CE2FE24}"/>
              </a:ext>
            </a:extLst>
          </p:cNvPr>
          <p:cNvSpPr txBox="1"/>
          <p:nvPr/>
        </p:nvSpPr>
        <p:spPr>
          <a:xfrm>
            <a:off x="1252151" y="4917989"/>
            <a:ext cx="9852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Leave									No leave</a:t>
            </a:r>
          </a:p>
        </p:txBody>
      </p:sp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7" name="Chart 6">
                <a:extLst>
                  <a:ext uri="{FF2B5EF4-FFF2-40B4-BE49-F238E27FC236}">
                    <a16:creationId xmlns:a16="http://schemas.microsoft.com/office/drawing/2014/main" id="{58F9C663-C8F3-C54D-B3DF-C2FB5F8AD54B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4041642310"/>
                  </p:ext>
                </p:extLst>
              </p:nvPr>
            </p:nvGraphicFramePr>
            <p:xfrm>
              <a:off x="424124" y="1081820"/>
              <a:ext cx="4572000" cy="2743200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"/>
              </a:graphicData>
            </a:graphic>
          </p:graphicFrame>
        </mc:Choice>
        <mc:Fallback xmlns="">
          <p:pic>
            <p:nvPicPr>
              <p:cNvPr id="7" name="Chart 6">
                <a:extLst>
                  <a:ext uri="{FF2B5EF4-FFF2-40B4-BE49-F238E27FC236}">
                    <a16:creationId xmlns:a16="http://schemas.microsoft.com/office/drawing/2014/main" id="{58F9C663-C8F3-C54D-B3DF-C2FB5F8AD54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4124" y="1081820"/>
                <a:ext cx="4572000" cy="274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8" name="Chart 7">
                <a:extLst>
                  <a:ext uri="{FF2B5EF4-FFF2-40B4-BE49-F238E27FC236}">
                    <a16:creationId xmlns:a16="http://schemas.microsoft.com/office/drawing/2014/main" id="{9B2C7421-8FBC-CD40-87E6-C9E915ABE145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637442432"/>
                  </p:ext>
                </p:extLst>
              </p:nvPr>
            </p:nvGraphicFramePr>
            <p:xfrm>
              <a:off x="6018911" y="1081820"/>
              <a:ext cx="4572000" cy="2743200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4"/>
              </a:graphicData>
            </a:graphic>
          </p:graphicFrame>
        </mc:Choice>
        <mc:Fallback xmlns="">
          <p:pic>
            <p:nvPicPr>
              <p:cNvPr id="8" name="Chart 7">
                <a:extLst>
                  <a:ext uri="{FF2B5EF4-FFF2-40B4-BE49-F238E27FC236}">
                    <a16:creationId xmlns:a16="http://schemas.microsoft.com/office/drawing/2014/main" id="{9B2C7421-8FBC-CD40-87E6-C9E915ABE14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018911" y="1081820"/>
                <a:ext cx="4572000" cy="2743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670736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4A43D3A-88C5-04CD-9ED7-27B76E6856A2}"/>
              </a:ext>
            </a:extLst>
          </p:cNvPr>
          <p:cNvSpPr txBox="1"/>
          <p:nvPr/>
        </p:nvSpPr>
        <p:spPr>
          <a:xfrm>
            <a:off x="1252151" y="4917989"/>
            <a:ext cx="9852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Leave									No leave</a:t>
            </a:r>
          </a:p>
        </p:txBody>
      </p:sp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8" name="Chart 7">
                <a:extLst>
                  <a:ext uri="{FF2B5EF4-FFF2-40B4-BE49-F238E27FC236}">
                    <a16:creationId xmlns:a16="http://schemas.microsoft.com/office/drawing/2014/main" id="{2A976DBA-7B36-9E84-C3CF-8EE9171B475D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948264053"/>
                  </p:ext>
                </p:extLst>
              </p:nvPr>
            </p:nvGraphicFramePr>
            <p:xfrm>
              <a:off x="658010" y="568411"/>
              <a:ext cx="4572000" cy="2743200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"/>
              </a:graphicData>
            </a:graphic>
          </p:graphicFrame>
        </mc:Choice>
        <mc:Fallback xmlns="">
          <p:pic>
            <p:nvPicPr>
              <p:cNvPr id="8" name="Chart 7">
                <a:extLst>
                  <a:ext uri="{FF2B5EF4-FFF2-40B4-BE49-F238E27FC236}">
                    <a16:creationId xmlns:a16="http://schemas.microsoft.com/office/drawing/2014/main" id="{2A976DBA-7B36-9E84-C3CF-8EE9171B475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58010" y="568411"/>
                <a:ext cx="4572000" cy="274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9" name="Chart 8">
                <a:extLst>
                  <a:ext uri="{FF2B5EF4-FFF2-40B4-BE49-F238E27FC236}">
                    <a16:creationId xmlns:a16="http://schemas.microsoft.com/office/drawing/2014/main" id="{926B541B-9A9D-47B8-D8DF-5EE7888BCD52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835159996"/>
                  </p:ext>
                </p:extLst>
              </p:nvPr>
            </p:nvGraphicFramePr>
            <p:xfrm>
              <a:off x="6397189" y="685800"/>
              <a:ext cx="4572000" cy="2743200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4"/>
              </a:graphicData>
            </a:graphic>
          </p:graphicFrame>
        </mc:Choice>
        <mc:Fallback xmlns="">
          <p:pic>
            <p:nvPicPr>
              <p:cNvPr id="9" name="Chart 8">
                <a:extLst>
                  <a:ext uri="{FF2B5EF4-FFF2-40B4-BE49-F238E27FC236}">
                    <a16:creationId xmlns:a16="http://schemas.microsoft.com/office/drawing/2014/main" id="{926B541B-9A9D-47B8-D8DF-5EE7888BCD5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397189" y="685800"/>
                <a:ext cx="4572000" cy="2743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917568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2B52B3F-9857-9A57-FDED-AD2AE372FF56}"/>
              </a:ext>
            </a:extLst>
          </p:cNvPr>
          <p:cNvSpPr txBox="1"/>
          <p:nvPr/>
        </p:nvSpPr>
        <p:spPr>
          <a:xfrm>
            <a:off x="1252151" y="4917989"/>
            <a:ext cx="9852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Leave									No leave</a:t>
            </a:r>
          </a:p>
        </p:txBody>
      </p:sp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7" name="Chart 6">
                <a:extLst>
                  <a:ext uri="{FF2B5EF4-FFF2-40B4-BE49-F238E27FC236}">
                    <a16:creationId xmlns:a16="http://schemas.microsoft.com/office/drawing/2014/main" id="{978A6D5B-817E-4566-F1BF-3F424CE5AA5B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4077261466"/>
                  </p:ext>
                </p:extLst>
              </p:nvPr>
            </p:nvGraphicFramePr>
            <p:xfrm>
              <a:off x="826320" y="970241"/>
              <a:ext cx="4572000" cy="2743200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"/>
              </a:graphicData>
            </a:graphic>
          </p:graphicFrame>
        </mc:Choice>
        <mc:Fallback xmlns="">
          <p:pic>
            <p:nvPicPr>
              <p:cNvPr id="7" name="Chart 6">
                <a:extLst>
                  <a:ext uri="{FF2B5EF4-FFF2-40B4-BE49-F238E27FC236}">
                    <a16:creationId xmlns:a16="http://schemas.microsoft.com/office/drawing/2014/main" id="{978A6D5B-817E-4566-F1BF-3F424CE5AA5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26320" y="970241"/>
                <a:ext cx="4572000" cy="274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8" name="Chart 7">
                <a:extLst>
                  <a:ext uri="{FF2B5EF4-FFF2-40B4-BE49-F238E27FC236}">
                    <a16:creationId xmlns:a16="http://schemas.microsoft.com/office/drawing/2014/main" id="{4D49D8F7-19D0-AA8F-0F62-C5FBF8DEEC3B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207504363"/>
                  </p:ext>
                </p:extLst>
              </p:nvPr>
            </p:nvGraphicFramePr>
            <p:xfrm>
              <a:off x="6691836" y="970241"/>
              <a:ext cx="4572000" cy="2743200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4"/>
              </a:graphicData>
            </a:graphic>
          </p:graphicFrame>
        </mc:Choice>
        <mc:Fallback xmlns="">
          <p:pic>
            <p:nvPicPr>
              <p:cNvPr id="8" name="Chart 7">
                <a:extLst>
                  <a:ext uri="{FF2B5EF4-FFF2-40B4-BE49-F238E27FC236}">
                    <a16:creationId xmlns:a16="http://schemas.microsoft.com/office/drawing/2014/main" id="{4D49D8F7-19D0-AA8F-0F62-C5FBF8DEEC3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691836" y="970241"/>
                <a:ext cx="4572000" cy="2743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732784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4F03B79-C0D6-5F9E-1DA1-FF9B7EAE67D5}"/>
              </a:ext>
            </a:extLst>
          </p:cNvPr>
          <p:cNvSpPr txBox="1"/>
          <p:nvPr/>
        </p:nvSpPr>
        <p:spPr>
          <a:xfrm>
            <a:off x="1252151" y="4917989"/>
            <a:ext cx="9852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Leave									No leave</a:t>
            </a:r>
          </a:p>
        </p:txBody>
      </p:sp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7" name="Chart 6">
                <a:extLst>
                  <a:ext uri="{FF2B5EF4-FFF2-40B4-BE49-F238E27FC236}">
                    <a16:creationId xmlns:a16="http://schemas.microsoft.com/office/drawing/2014/main" id="{772A0986-EF66-9308-2777-0AA35E80BB0B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053616970"/>
                  </p:ext>
                </p:extLst>
              </p:nvPr>
            </p:nvGraphicFramePr>
            <p:xfrm>
              <a:off x="784767" y="638070"/>
              <a:ext cx="4572000" cy="2743200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"/>
              </a:graphicData>
            </a:graphic>
          </p:graphicFrame>
        </mc:Choice>
        <mc:Fallback xmlns="">
          <p:pic>
            <p:nvPicPr>
              <p:cNvPr id="7" name="Chart 6">
                <a:extLst>
                  <a:ext uri="{FF2B5EF4-FFF2-40B4-BE49-F238E27FC236}">
                    <a16:creationId xmlns:a16="http://schemas.microsoft.com/office/drawing/2014/main" id="{772A0986-EF66-9308-2777-0AA35E80BB0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84767" y="638070"/>
                <a:ext cx="4572000" cy="274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8" name="Chart 7">
                <a:extLst>
                  <a:ext uri="{FF2B5EF4-FFF2-40B4-BE49-F238E27FC236}">
                    <a16:creationId xmlns:a16="http://schemas.microsoft.com/office/drawing/2014/main" id="{437A9B5B-1C03-D074-0737-7C337F6E9243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05524811"/>
                  </p:ext>
                </p:extLst>
              </p:nvPr>
            </p:nvGraphicFramePr>
            <p:xfrm>
              <a:off x="6178378" y="685800"/>
              <a:ext cx="4572000" cy="2743200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4"/>
              </a:graphicData>
            </a:graphic>
          </p:graphicFrame>
        </mc:Choice>
        <mc:Fallback xmlns="">
          <p:pic>
            <p:nvPicPr>
              <p:cNvPr id="8" name="Chart 7">
                <a:extLst>
                  <a:ext uri="{FF2B5EF4-FFF2-40B4-BE49-F238E27FC236}">
                    <a16:creationId xmlns:a16="http://schemas.microsoft.com/office/drawing/2014/main" id="{437A9B5B-1C03-D074-0737-7C337F6E924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178378" y="685800"/>
                <a:ext cx="4572000" cy="2743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099861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7ACFA80-D353-EACD-170A-2DB7DBC8EECF}"/>
              </a:ext>
            </a:extLst>
          </p:cNvPr>
          <p:cNvSpPr txBox="1"/>
          <p:nvPr/>
        </p:nvSpPr>
        <p:spPr>
          <a:xfrm>
            <a:off x="1252151" y="4917989"/>
            <a:ext cx="9852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Leave									No leave</a:t>
            </a:r>
          </a:p>
        </p:txBody>
      </p:sp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7" name="Chart 6">
                <a:extLst>
                  <a:ext uri="{FF2B5EF4-FFF2-40B4-BE49-F238E27FC236}">
                    <a16:creationId xmlns:a16="http://schemas.microsoft.com/office/drawing/2014/main" id="{5F183263-8C51-7A9B-8192-77C93FD80513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137150745"/>
                  </p:ext>
                </p:extLst>
              </p:nvPr>
            </p:nvGraphicFramePr>
            <p:xfrm>
              <a:off x="401934" y="933397"/>
              <a:ext cx="4572000" cy="2743200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"/>
              </a:graphicData>
            </a:graphic>
          </p:graphicFrame>
        </mc:Choice>
        <mc:Fallback xmlns="">
          <p:pic>
            <p:nvPicPr>
              <p:cNvPr id="7" name="Chart 6">
                <a:extLst>
                  <a:ext uri="{FF2B5EF4-FFF2-40B4-BE49-F238E27FC236}">
                    <a16:creationId xmlns:a16="http://schemas.microsoft.com/office/drawing/2014/main" id="{5F183263-8C51-7A9B-8192-77C93FD8051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01934" y="933397"/>
                <a:ext cx="4572000" cy="274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8" name="Chart 7">
                <a:extLst>
                  <a:ext uri="{FF2B5EF4-FFF2-40B4-BE49-F238E27FC236}">
                    <a16:creationId xmlns:a16="http://schemas.microsoft.com/office/drawing/2014/main" id="{AA009CF0-6B6B-C144-23C8-BDFA75D7C590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229062495"/>
                  </p:ext>
                </p:extLst>
              </p:nvPr>
            </p:nvGraphicFramePr>
            <p:xfrm>
              <a:off x="6178378" y="933397"/>
              <a:ext cx="4572000" cy="2743200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4"/>
              </a:graphicData>
            </a:graphic>
          </p:graphicFrame>
        </mc:Choice>
        <mc:Fallback xmlns="">
          <p:pic>
            <p:nvPicPr>
              <p:cNvPr id="8" name="Chart 7">
                <a:extLst>
                  <a:ext uri="{FF2B5EF4-FFF2-40B4-BE49-F238E27FC236}">
                    <a16:creationId xmlns:a16="http://schemas.microsoft.com/office/drawing/2014/main" id="{AA009CF0-6B6B-C144-23C8-BDFA75D7C59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178378" y="933397"/>
                <a:ext cx="4572000" cy="2743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077332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3C3D8D8-045A-5821-B0F5-B38B22AB9647}"/>
              </a:ext>
            </a:extLst>
          </p:cNvPr>
          <p:cNvSpPr txBox="1"/>
          <p:nvPr/>
        </p:nvSpPr>
        <p:spPr>
          <a:xfrm>
            <a:off x="1252151" y="4917989"/>
            <a:ext cx="9852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Leave									No leave</a:t>
            </a:r>
          </a:p>
        </p:txBody>
      </p:sp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8" name="Chart 7">
                <a:extLst>
                  <a:ext uri="{FF2B5EF4-FFF2-40B4-BE49-F238E27FC236}">
                    <a16:creationId xmlns:a16="http://schemas.microsoft.com/office/drawing/2014/main" id="{34CBA5B6-F91A-BC5E-D754-BF9DD7BE1FD0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727183292"/>
                  </p:ext>
                </p:extLst>
              </p:nvPr>
            </p:nvGraphicFramePr>
            <p:xfrm>
              <a:off x="6360607" y="351692"/>
              <a:ext cx="5594366" cy="3915081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"/>
              </a:graphicData>
            </a:graphic>
          </p:graphicFrame>
        </mc:Choice>
        <mc:Fallback xmlns="">
          <p:pic>
            <p:nvPicPr>
              <p:cNvPr id="8" name="Chart 7">
                <a:extLst>
                  <a:ext uri="{FF2B5EF4-FFF2-40B4-BE49-F238E27FC236}">
                    <a16:creationId xmlns:a16="http://schemas.microsoft.com/office/drawing/2014/main" id="{34CBA5B6-F91A-BC5E-D754-BF9DD7BE1FD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360607" y="351692"/>
                <a:ext cx="5594366" cy="391508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2" name="Chart 1">
                <a:extLst>
                  <a:ext uri="{FF2B5EF4-FFF2-40B4-BE49-F238E27FC236}">
                    <a16:creationId xmlns:a16="http://schemas.microsoft.com/office/drawing/2014/main" id="{FD078A1F-4D73-0C2C-5E08-088B7852166F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359447473"/>
                  </p:ext>
                </p:extLst>
              </p:nvPr>
            </p:nvGraphicFramePr>
            <p:xfrm>
              <a:off x="333632" y="685799"/>
              <a:ext cx="5497762" cy="3350741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6"/>
              </a:graphicData>
            </a:graphic>
          </p:graphicFrame>
        </mc:Choice>
        <mc:Fallback>
          <p:pic>
            <p:nvPicPr>
              <p:cNvPr id="2" name="Chart 1">
                <a:extLst>
                  <a:ext uri="{FF2B5EF4-FFF2-40B4-BE49-F238E27FC236}">
                    <a16:creationId xmlns:a16="http://schemas.microsoft.com/office/drawing/2014/main" id="{FD078A1F-4D73-0C2C-5E08-088B7852166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33632" y="685799"/>
                <a:ext cx="5497762" cy="3350741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094618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4" name="Chart 3">
                <a:extLst>
                  <a:ext uri="{FF2B5EF4-FFF2-40B4-BE49-F238E27FC236}">
                    <a16:creationId xmlns:a16="http://schemas.microsoft.com/office/drawing/2014/main" id="{D22C1E27-73D4-7415-CE99-75AB8785F08F}"/>
                  </a:ext>
                </a:extLst>
              </p:cNvPr>
              <p:cNvGraphicFramePr/>
              <p:nvPr/>
            </p:nvGraphicFramePr>
            <p:xfrm>
              <a:off x="-952500" y="519112"/>
              <a:ext cx="4572000" cy="2743200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"/>
              </a:graphicData>
            </a:graphic>
          </p:graphicFrame>
        </mc:Choice>
        <mc:Fallback xmlns="">
          <p:pic>
            <p:nvPicPr>
              <p:cNvPr id="4" name="Chart 3">
                <a:extLst>
                  <a:ext uri="{FF2B5EF4-FFF2-40B4-BE49-F238E27FC236}">
                    <a16:creationId xmlns:a16="http://schemas.microsoft.com/office/drawing/2014/main" id="{D22C1E27-73D4-7415-CE99-75AB8785F08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952500" y="519112"/>
                <a:ext cx="4572000" cy="274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5" name="Chart 4">
                <a:extLst>
                  <a:ext uri="{FF2B5EF4-FFF2-40B4-BE49-F238E27FC236}">
                    <a16:creationId xmlns:a16="http://schemas.microsoft.com/office/drawing/2014/main" id="{DBA0B08B-1577-BE1F-9C2D-DBA268919789}"/>
                  </a:ext>
                </a:extLst>
              </p:cNvPr>
              <p:cNvGraphicFramePr/>
              <p:nvPr/>
            </p:nvGraphicFramePr>
            <p:xfrm>
              <a:off x="3843338" y="566737"/>
              <a:ext cx="4572000" cy="2743200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4"/>
              </a:graphicData>
            </a:graphic>
          </p:graphicFrame>
        </mc:Choice>
        <mc:Fallback xmlns="">
          <p:pic>
            <p:nvPicPr>
              <p:cNvPr id="5" name="Chart 4">
                <a:extLst>
                  <a:ext uri="{FF2B5EF4-FFF2-40B4-BE49-F238E27FC236}">
                    <a16:creationId xmlns:a16="http://schemas.microsoft.com/office/drawing/2014/main" id="{DBA0B08B-1577-BE1F-9C2D-DBA26891978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843338" y="566737"/>
                <a:ext cx="4572000" cy="274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6" name="Chart 5">
                <a:extLst>
                  <a:ext uri="{FF2B5EF4-FFF2-40B4-BE49-F238E27FC236}">
                    <a16:creationId xmlns:a16="http://schemas.microsoft.com/office/drawing/2014/main" id="{83649110-BAD0-08C5-8324-6A4D94874D62}"/>
                  </a:ext>
                </a:extLst>
              </p:cNvPr>
              <p:cNvGraphicFramePr/>
              <p:nvPr/>
            </p:nvGraphicFramePr>
            <p:xfrm>
              <a:off x="8643938" y="538162"/>
              <a:ext cx="4572000" cy="2743200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6"/>
              </a:graphicData>
            </a:graphic>
          </p:graphicFrame>
        </mc:Choice>
        <mc:Fallback xmlns="">
          <p:pic>
            <p:nvPicPr>
              <p:cNvPr id="6" name="Chart 5">
                <a:extLst>
                  <a:ext uri="{FF2B5EF4-FFF2-40B4-BE49-F238E27FC236}">
                    <a16:creationId xmlns:a16="http://schemas.microsoft.com/office/drawing/2014/main" id="{83649110-BAD0-08C5-8324-6A4D94874D6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643938" y="538162"/>
                <a:ext cx="4572000" cy="274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7" name="Chart 6">
                <a:extLst>
                  <a:ext uri="{FF2B5EF4-FFF2-40B4-BE49-F238E27FC236}">
                    <a16:creationId xmlns:a16="http://schemas.microsoft.com/office/drawing/2014/main" id="{DAC061E4-2D65-A504-24B5-32454E9969A8}"/>
                  </a:ext>
                </a:extLst>
              </p:cNvPr>
              <p:cNvGraphicFramePr/>
              <p:nvPr/>
            </p:nvGraphicFramePr>
            <p:xfrm>
              <a:off x="-1023937" y="3538537"/>
              <a:ext cx="4572000" cy="2743200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8"/>
              </a:graphicData>
            </a:graphic>
          </p:graphicFrame>
        </mc:Choice>
        <mc:Fallback xmlns="">
          <p:pic>
            <p:nvPicPr>
              <p:cNvPr id="7" name="Chart 6">
                <a:extLst>
                  <a:ext uri="{FF2B5EF4-FFF2-40B4-BE49-F238E27FC236}">
                    <a16:creationId xmlns:a16="http://schemas.microsoft.com/office/drawing/2014/main" id="{DAC061E4-2D65-A504-24B5-32454E9969A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-1023937" y="3538537"/>
                <a:ext cx="4572000" cy="274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8" name="Chart 7">
                <a:extLst>
                  <a:ext uri="{FF2B5EF4-FFF2-40B4-BE49-F238E27FC236}">
                    <a16:creationId xmlns:a16="http://schemas.microsoft.com/office/drawing/2014/main" id="{52B02B81-49F7-6480-590B-CDF0B08BEB32}"/>
                  </a:ext>
                </a:extLst>
              </p:cNvPr>
              <p:cNvGraphicFramePr/>
              <p:nvPr/>
            </p:nvGraphicFramePr>
            <p:xfrm>
              <a:off x="3633788" y="3586162"/>
              <a:ext cx="4572000" cy="2743200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10"/>
              </a:graphicData>
            </a:graphic>
          </p:graphicFrame>
        </mc:Choice>
        <mc:Fallback xmlns="">
          <p:pic>
            <p:nvPicPr>
              <p:cNvPr id="8" name="Chart 7">
                <a:extLst>
                  <a:ext uri="{FF2B5EF4-FFF2-40B4-BE49-F238E27FC236}">
                    <a16:creationId xmlns:a16="http://schemas.microsoft.com/office/drawing/2014/main" id="{52B02B81-49F7-6480-590B-CDF0B08BEB3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633788" y="3586162"/>
                <a:ext cx="4572000" cy="274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2" name="Chart 1">
                <a:extLst>
                  <a:ext uri="{FF2B5EF4-FFF2-40B4-BE49-F238E27FC236}">
                    <a16:creationId xmlns:a16="http://schemas.microsoft.com/office/drawing/2014/main" id="{FD078A1F-4D73-0C2C-5E08-088B7852166F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440130229"/>
                  </p:ext>
                </p:extLst>
              </p:nvPr>
            </p:nvGraphicFramePr>
            <p:xfrm>
              <a:off x="8281902" y="3528059"/>
              <a:ext cx="4572000" cy="2743200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12"/>
              </a:graphicData>
            </a:graphic>
          </p:graphicFrame>
        </mc:Choice>
        <mc:Fallback>
          <p:pic>
            <p:nvPicPr>
              <p:cNvPr id="2" name="Chart 1">
                <a:extLst>
                  <a:ext uri="{FF2B5EF4-FFF2-40B4-BE49-F238E27FC236}">
                    <a16:creationId xmlns:a16="http://schemas.microsoft.com/office/drawing/2014/main" id="{FD078A1F-4D73-0C2C-5E08-088B7852166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281902" y="3528059"/>
                <a:ext cx="4572000" cy="2743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748407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10" name="Chart 9">
                <a:extLst>
                  <a:ext uri="{FF2B5EF4-FFF2-40B4-BE49-F238E27FC236}">
                    <a16:creationId xmlns:a16="http://schemas.microsoft.com/office/drawing/2014/main" id="{8C10732B-0E50-1FA7-8504-DE2BDE5B9387}"/>
                  </a:ext>
                </a:extLst>
              </p:cNvPr>
              <p:cNvGraphicFramePr/>
              <p:nvPr/>
            </p:nvGraphicFramePr>
            <p:xfrm>
              <a:off x="-1004887" y="619125"/>
              <a:ext cx="4572000" cy="2743200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"/>
              </a:graphicData>
            </a:graphic>
          </p:graphicFrame>
        </mc:Choice>
        <mc:Fallback xmlns="">
          <p:pic>
            <p:nvPicPr>
              <p:cNvPr id="10" name="Chart 9">
                <a:extLst>
                  <a:ext uri="{FF2B5EF4-FFF2-40B4-BE49-F238E27FC236}">
                    <a16:creationId xmlns:a16="http://schemas.microsoft.com/office/drawing/2014/main" id="{8C10732B-0E50-1FA7-8504-DE2BDE5B938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1004887" y="619125"/>
                <a:ext cx="4572000" cy="274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11" name="Chart 10">
                <a:extLst>
                  <a:ext uri="{FF2B5EF4-FFF2-40B4-BE49-F238E27FC236}">
                    <a16:creationId xmlns:a16="http://schemas.microsoft.com/office/drawing/2014/main" id="{39908FC5-FE42-D2EB-DCE3-D7AA4328D1DA}"/>
                  </a:ext>
                </a:extLst>
              </p:cNvPr>
              <p:cNvGraphicFramePr/>
              <p:nvPr/>
            </p:nvGraphicFramePr>
            <p:xfrm>
              <a:off x="3814763" y="542925"/>
              <a:ext cx="4572000" cy="2743200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4"/>
              </a:graphicData>
            </a:graphic>
          </p:graphicFrame>
        </mc:Choice>
        <mc:Fallback xmlns="">
          <p:pic>
            <p:nvPicPr>
              <p:cNvPr id="11" name="Chart 10">
                <a:extLst>
                  <a:ext uri="{FF2B5EF4-FFF2-40B4-BE49-F238E27FC236}">
                    <a16:creationId xmlns:a16="http://schemas.microsoft.com/office/drawing/2014/main" id="{39908FC5-FE42-D2EB-DCE3-D7AA4328D1D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814763" y="542925"/>
                <a:ext cx="4572000" cy="274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12" name="Chart 11">
                <a:extLst>
                  <a:ext uri="{FF2B5EF4-FFF2-40B4-BE49-F238E27FC236}">
                    <a16:creationId xmlns:a16="http://schemas.microsoft.com/office/drawing/2014/main" id="{F4989F5B-8C3B-1BF3-DA6E-D4D2432E7813}"/>
                  </a:ext>
                </a:extLst>
              </p:cNvPr>
              <p:cNvGraphicFramePr/>
              <p:nvPr/>
            </p:nvGraphicFramePr>
            <p:xfrm>
              <a:off x="8510588" y="533400"/>
              <a:ext cx="4572000" cy="2743200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6"/>
              </a:graphicData>
            </a:graphic>
          </p:graphicFrame>
        </mc:Choice>
        <mc:Fallback xmlns="">
          <p:pic>
            <p:nvPicPr>
              <p:cNvPr id="12" name="Chart 11">
                <a:extLst>
                  <a:ext uri="{FF2B5EF4-FFF2-40B4-BE49-F238E27FC236}">
                    <a16:creationId xmlns:a16="http://schemas.microsoft.com/office/drawing/2014/main" id="{F4989F5B-8C3B-1BF3-DA6E-D4D2432E781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510588" y="533400"/>
                <a:ext cx="4572000" cy="274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13" name="Chart 12">
                <a:extLst>
                  <a:ext uri="{FF2B5EF4-FFF2-40B4-BE49-F238E27FC236}">
                    <a16:creationId xmlns:a16="http://schemas.microsoft.com/office/drawing/2014/main" id="{CCF26731-F4B2-F128-1721-CEFB5D597A72}"/>
                  </a:ext>
                </a:extLst>
              </p:cNvPr>
              <p:cNvGraphicFramePr/>
              <p:nvPr/>
            </p:nvGraphicFramePr>
            <p:xfrm>
              <a:off x="-976312" y="3581400"/>
              <a:ext cx="4572000" cy="2743200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8"/>
              </a:graphicData>
            </a:graphic>
          </p:graphicFrame>
        </mc:Choice>
        <mc:Fallback xmlns="">
          <p:pic>
            <p:nvPicPr>
              <p:cNvPr id="13" name="Chart 12">
                <a:extLst>
                  <a:ext uri="{FF2B5EF4-FFF2-40B4-BE49-F238E27FC236}">
                    <a16:creationId xmlns:a16="http://schemas.microsoft.com/office/drawing/2014/main" id="{CCF26731-F4B2-F128-1721-CEFB5D597A7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-976312" y="3581400"/>
                <a:ext cx="4572000" cy="274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14" name="Chart 13">
                <a:extLst>
                  <a:ext uri="{FF2B5EF4-FFF2-40B4-BE49-F238E27FC236}">
                    <a16:creationId xmlns:a16="http://schemas.microsoft.com/office/drawing/2014/main" id="{09A53211-3EDA-C1D5-BBE1-B66A877C7C37}"/>
                  </a:ext>
                </a:extLst>
              </p:cNvPr>
              <p:cNvGraphicFramePr/>
              <p:nvPr/>
            </p:nvGraphicFramePr>
            <p:xfrm>
              <a:off x="3843338" y="3571875"/>
              <a:ext cx="4572000" cy="2743200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10"/>
              </a:graphicData>
            </a:graphic>
          </p:graphicFrame>
        </mc:Choice>
        <mc:Fallback xmlns="">
          <p:pic>
            <p:nvPicPr>
              <p:cNvPr id="14" name="Chart 13">
                <a:extLst>
                  <a:ext uri="{FF2B5EF4-FFF2-40B4-BE49-F238E27FC236}">
                    <a16:creationId xmlns:a16="http://schemas.microsoft.com/office/drawing/2014/main" id="{09A53211-3EDA-C1D5-BBE1-B66A877C7C3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843338" y="3571875"/>
                <a:ext cx="4572000" cy="274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15" name="Chart 14">
                <a:extLst>
                  <a:ext uri="{FF2B5EF4-FFF2-40B4-BE49-F238E27FC236}">
                    <a16:creationId xmlns:a16="http://schemas.microsoft.com/office/drawing/2014/main" id="{33E4A980-459B-B0E9-A30D-7EBDCEF48EBC}"/>
                  </a:ext>
                </a:extLst>
              </p:cNvPr>
              <p:cNvGraphicFramePr/>
              <p:nvPr/>
            </p:nvGraphicFramePr>
            <p:xfrm>
              <a:off x="8624888" y="3581400"/>
              <a:ext cx="4572000" cy="2743200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12"/>
              </a:graphicData>
            </a:graphic>
          </p:graphicFrame>
        </mc:Choice>
        <mc:Fallback xmlns="">
          <p:pic>
            <p:nvPicPr>
              <p:cNvPr id="15" name="Chart 14">
                <a:extLst>
                  <a:ext uri="{FF2B5EF4-FFF2-40B4-BE49-F238E27FC236}">
                    <a16:creationId xmlns:a16="http://schemas.microsoft.com/office/drawing/2014/main" id="{33E4A980-459B-B0E9-A30D-7EBDCEF48EB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624888" y="3581400"/>
                <a:ext cx="4572000" cy="2743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070842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ank.potx" id="{65243AFA-FBE6-437B-BD5A-9676CEC506A8}" vid="{32F230DE-0AB6-4FB4-A754-AF77CEC093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1738</TotalTime>
  <Words>100</Words>
  <Application>Microsoft Office PowerPoint</Application>
  <PresentationFormat>Widescreen</PresentationFormat>
  <Paragraphs>30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Aptos Narrow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 Ninh Nguyen</dc:creator>
  <cp:lastModifiedBy>Ha Ninh Nguyen</cp:lastModifiedBy>
  <cp:revision>1</cp:revision>
  <dcterms:created xsi:type="dcterms:W3CDTF">2025-04-08T05:17:37Z</dcterms:created>
  <dcterms:modified xsi:type="dcterms:W3CDTF">2025-04-09T10:33:46Z</dcterms:modified>
</cp:coreProperties>
</file>